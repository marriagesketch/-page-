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70" r:id="rId5"/>
    <p:sldId id="265" r:id="rId6"/>
    <p:sldId id="267" r:id="rId7"/>
    <p:sldId id="268" r:id="rId8"/>
    <p:sldId id="266" r:id="rId9"/>
    <p:sldId id="261" r:id="rId10"/>
    <p:sldId id="262" r:id="rId11"/>
    <p:sldId id="27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A24C"/>
    <a:srgbClr val="2D5278"/>
    <a:srgbClr val="509791"/>
    <a:srgbClr val="4B739B"/>
    <a:srgbClr val="CADBED"/>
    <a:srgbClr val="AFC6DD"/>
    <a:srgbClr val="163450"/>
    <a:srgbClr val="9CB9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A04573-6427-CF3B-9CFF-CE7EB5DAD913}" v="543" dt="2026-10-15T06:12:47.9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96" y="5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waguchi, Kaho [JANJP]" userId="S::kkawagu4@its.jnj.com::b518f2b9-089e-44f2-a678-3f5f62bb0b41" providerId="AD" clId="Web-{00000000-0000-0000-0000-000000000000}"/>
    <pc:docChg chg="delSld modSld sldOrd">
      <pc:chgData name="Kawaguchi, Kaho [JANJP]" userId="S::kkawagu4@its.jnj.com::b518f2b9-089e-44f2-a678-3f5f62bb0b41" providerId="AD" clId="Web-{00000000-0000-0000-0000-000000000000}" dt="2026-10-15T00:31:09.035" v="62" actId="20577"/>
      <pc:docMkLst>
        <pc:docMk/>
      </pc:docMkLst>
      <pc:sldChg chg="modSp">
        <pc:chgData name="Kawaguchi, Kaho [JANJP]" userId="S::kkawagu4@its.jnj.com::b518f2b9-089e-44f2-a678-3f5f62bb0b41" providerId="AD" clId="Web-{00000000-0000-0000-0000-000000000000}" dt="2026-10-15T00:31:09.035" v="62" actId="20577"/>
        <pc:sldMkLst>
          <pc:docMk/>
          <pc:sldMk cId="0" sldId="256"/>
        </pc:sldMkLst>
        <pc:spChg chg="mod">
          <ac:chgData name="Kawaguchi, Kaho [JANJP]" userId="S::kkawagu4@its.jnj.com::b518f2b9-089e-44f2-a678-3f5f62bb0b41" providerId="AD" clId="Web-{00000000-0000-0000-0000-000000000000}" dt="2026-10-15T00:31:09.035" v="62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00000000-0000-0000-0000-000000000000}" dt="2026-10-15T00:31:00.082" v="58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 ord">
        <pc:chgData name="Kawaguchi, Kaho [JANJP]" userId="S::kkawagu4@its.jnj.com::b518f2b9-089e-44f2-a678-3f5f62bb0b41" providerId="AD" clId="Web-{00000000-0000-0000-0000-000000000000}" dt="2026-10-15T00:30:36.534" v="55" actId="20577"/>
        <pc:sldMkLst>
          <pc:docMk/>
          <pc:sldMk cId="0" sldId="257"/>
        </pc:sldMkLst>
        <pc:spChg chg="mod">
          <ac:chgData name="Kawaguchi, Kaho [JANJP]" userId="S::kkawagu4@its.jnj.com::b518f2b9-089e-44f2-a678-3f5f62bb0b41" providerId="AD" clId="Web-{00000000-0000-0000-0000-000000000000}" dt="2026-10-15T00:30:11.674" v="38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00000000-0000-0000-0000-000000000000}" dt="2026-10-15T00:30:22.612" v="42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00000000-0000-0000-0000-000000000000}" dt="2026-10-15T00:30:26.471" v="45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00000000-0000-0000-0000-000000000000}" dt="2026-10-15T00:30:29.752" v="48" actId="20577"/>
          <ac:spMkLst>
            <pc:docMk/>
            <pc:sldMk cId="0" sldId="257"/>
            <ac:spMk id="22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00000000-0000-0000-0000-000000000000}" dt="2026-10-15T00:30:32.737" v="53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00000000-0000-0000-0000-000000000000}" dt="2026-10-15T00:30:36.534" v="55" actId="20577"/>
          <ac:spMkLst>
            <pc:docMk/>
            <pc:sldMk cId="0" sldId="257"/>
            <ac:spMk id="34" creationId="{00000000-0000-0000-0000-000000000000}"/>
          </ac:spMkLst>
        </pc:spChg>
      </pc:sldChg>
      <pc:sldChg chg="del">
        <pc:chgData name="Kawaguchi, Kaho [JANJP]" userId="S::kkawagu4@its.jnj.com::b518f2b9-089e-44f2-a678-3f5f62bb0b41" providerId="AD" clId="Web-{00000000-0000-0000-0000-000000000000}" dt="2026-10-15T00:26:19.165" v="10"/>
        <pc:sldMkLst>
          <pc:docMk/>
          <pc:sldMk cId="0" sldId="258"/>
        </pc:sldMkLst>
      </pc:sldChg>
      <pc:sldChg chg="del">
        <pc:chgData name="Kawaguchi, Kaho [JANJP]" userId="S::kkawagu4@its.jnj.com::b518f2b9-089e-44f2-a678-3f5f62bb0b41" providerId="AD" clId="Web-{00000000-0000-0000-0000-000000000000}" dt="2026-10-15T00:26:19.165" v="9"/>
        <pc:sldMkLst>
          <pc:docMk/>
          <pc:sldMk cId="0" sldId="259"/>
        </pc:sldMkLst>
      </pc:sldChg>
      <pc:sldChg chg="del">
        <pc:chgData name="Kawaguchi, Kaho [JANJP]" userId="S::kkawagu4@its.jnj.com::b518f2b9-089e-44f2-a678-3f5f62bb0b41" providerId="AD" clId="Web-{00000000-0000-0000-0000-000000000000}" dt="2026-10-15T00:29:52.673" v="34"/>
        <pc:sldMkLst>
          <pc:docMk/>
          <pc:sldMk cId="0" sldId="260"/>
        </pc:sldMkLst>
      </pc:sldChg>
      <pc:sldChg chg="modSp">
        <pc:chgData name="Kawaguchi, Kaho [JANJP]" userId="S::kkawagu4@its.jnj.com::b518f2b9-089e-44f2-a678-3f5f62bb0b41" providerId="AD" clId="Web-{00000000-0000-0000-0000-000000000000}" dt="2026-10-15T00:30:00.720" v="35" actId="20577"/>
        <pc:sldMkLst>
          <pc:docMk/>
          <pc:sldMk cId="0" sldId="261"/>
        </pc:sldMkLst>
        <pc:spChg chg="mod">
          <ac:chgData name="Kawaguchi, Kaho [JANJP]" userId="S::kkawagu4@its.jnj.com::b518f2b9-089e-44f2-a678-3f5f62bb0b41" providerId="AD" clId="Web-{00000000-0000-0000-0000-000000000000}" dt="2026-10-15T00:30:00.720" v="35" actId="20577"/>
          <ac:spMkLst>
            <pc:docMk/>
            <pc:sldMk cId="0" sldId="261"/>
            <ac:spMk id="2" creationId="{00000000-0000-0000-0000-000000000000}"/>
          </ac:spMkLst>
        </pc:spChg>
      </pc:sldChg>
      <pc:sldChg chg="ord">
        <pc:chgData name="Kawaguchi, Kaho [JANJP]" userId="S::kkawagu4@its.jnj.com::b518f2b9-089e-44f2-a678-3f5f62bb0b41" providerId="AD" clId="Web-{00000000-0000-0000-0000-000000000000}" dt="2026-10-15T00:26:31.040" v="13"/>
        <pc:sldMkLst>
          <pc:docMk/>
          <pc:sldMk cId="0" sldId="262"/>
        </pc:sldMkLst>
      </pc:sldChg>
      <pc:sldChg chg="ord">
        <pc:chgData name="Kawaguchi, Kaho [JANJP]" userId="S::kkawagu4@its.jnj.com::b518f2b9-089e-44f2-a678-3f5f62bb0b41" providerId="AD" clId="Web-{00000000-0000-0000-0000-000000000000}" dt="2026-10-15T00:27:11.339" v="15"/>
        <pc:sldMkLst>
          <pc:docMk/>
          <pc:sldMk cId="0" sldId="263"/>
        </pc:sldMkLst>
      </pc:sldChg>
      <pc:sldChg chg="del">
        <pc:chgData name="Kawaguchi, Kaho [JANJP]" userId="S::kkawagu4@its.jnj.com::b518f2b9-089e-44f2-a678-3f5f62bb0b41" providerId="AD" clId="Web-{00000000-0000-0000-0000-000000000000}" dt="2026-10-15T00:24:01.644" v="2"/>
        <pc:sldMkLst>
          <pc:docMk/>
          <pc:sldMk cId="0" sldId="264"/>
        </pc:sldMkLst>
      </pc:sldChg>
      <pc:sldChg chg="modSp ord">
        <pc:chgData name="Kawaguchi, Kaho [JANJP]" userId="S::kkawagu4@its.jnj.com::b518f2b9-089e-44f2-a678-3f5f62bb0b41" providerId="AD" clId="Web-{00000000-0000-0000-0000-000000000000}" dt="2026-10-15T00:27:55.106" v="23"/>
        <pc:sldMkLst>
          <pc:docMk/>
          <pc:sldMk cId="0" sldId="265"/>
        </pc:sldMkLst>
        <pc:spChg chg="mod">
          <ac:chgData name="Kawaguchi, Kaho [JANJP]" userId="S::kkawagu4@its.jnj.com::b518f2b9-089e-44f2-a678-3f5f62bb0b41" providerId="AD" clId="Web-{00000000-0000-0000-0000-000000000000}" dt="2026-10-15T00:27:49.090" v="21" actId="20577"/>
          <ac:spMkLst>
            <pc:docMk/>
            <pc:sldMk cId="0" sldId="265"/>
            <ac:spMk id="13" creationId="{00000000-0000-0000-0000-000000000000}"/>
          </ac:spMkLst>
        </pc:spChg>
      </pc:sldChg>
      <pc:sldChg chg="addSp modSp ord">
        <pc:chgData name="Kawaguchi, Kaho [JANJP]" userId="S::kkawagu4@its.jnj.com::b518f2b9-089e-44f2-a678-3f5f62bb0b41" providerId="AD" clId="Web-{00000000-0000-0000-0000-000000000000}" dt="2026-10-15T00:29:48.782" v="33" actId="20577"/>
        <pc:sldMkLst>
          <pc:docMk/>
          <pc:sldMk cId="0" sldId="266"/>
        </pc:sldMkLst>
        <pc:spChg chg="add mod">
          <ac:chgData name="Kawaguchi, Kaho [JANJP]" userId="S::kkawagu4@its.jnj.com::b518f2b9-089e-44f2-a678-3f5f62bb0b41" providerId="AD" clId="Web-{00000000-0000-0000-0000-000000000000}" dt="2026-10-15T00:29:48.782" v="33" actId="20577"/>
          <ac:spMkLst>
            <pc:docMk/>
            <pc:sldMk cId="0" sldId="266"/>
            <ac:spMk id="25" creationId="{3E7E0E65-362B-20C7-5DCB-2A0BF2EE2F5D}"/>
          </ac:spMkLst>
        </pc:spChg>
      </pc:sldChg>
      <pc:sldChg chg="ord">
        <pc:chgData name="Kawaguchi, Kaho [JANJP]" userId="S::kkawagu4@its.jnj.com::b518f2b9-089e-44f2-a678-3f5f62bb0b41" providerId="AD" clId="Web-{00000000-0000-0000-0000-000000000000}" dt="2026-10-15T00:27:29.886" v="18"/>
        <pc:sldMkLst>
          <pc:docMk/>
          <pc:sldMk cId="0" sldId="267"/>
        </pc:sldMkLst>
      </pc:sldChg>
      <pc:sldChg chg="ord">
        <pc:chgData name="Kawaguchi, Kaho [JANJP]" userId="S::kkawagu4@its.jnj.com::b518f2b9-089e-44f2-a678-3f5f62bb0b41" providerId="AD" clId="Web-{00000000-0000-0000-0000-000000000000}" dt="2026-10-15T00:24:37.614" v="4"/>
        <pc:sldMkLst>
          <pc:docMk/>
          <pc:sldMk cId="0" sldId="268"/>
        </pc:sldMkLst>
      </pc:sldChg>
      <pc:sldChg chg="del">
        <pc:chgData name="Kawaguchi, Kaho [JANJP]" userId="S::kkawagu4@its.jnj.com::b518f2b9-089e-44f2-a678-3f5f62bb0b41" providerId="AD" clId="Web-{00000000-0000-0000-0000-000000000000}" dt="2026-10-15T00:24:26.457" v="3"/>
        <pc:sldMkLst>
          <pc:docMk/>
          <pc:sldMk cId="0" sldId="269"/>
        </pc:sldMkLst>
      </pc:sldChg>
      <pc:sldChg chg="modSp">
        <pc:chgData name="Kawaguchi, Kaho [JANJP]" userId="S::kkawagu4@its.jnj.com::b518f2b9-089e-44f2-a678-3f5f62bb0b41" providerId="AD" clId="Web-{00000000-0000-0000-0000-000000000000}" dt="2026-10-15T00:28:12.575" v="26" actId="20577"/>
        <pc:sldMkLst>
          <pc:docMk/>
          <pc:sldMk cId="0" sldId="270"/>
        </pc:sldMkLst>
        <pc:spChg chg="mod">
          <ac:chgData name="Kawaguchi, Kaho [JANJP]" userId="S::kkawagu4@its.jnj.com::b518f2b9-089e-44f2-a678-3f5f62bb0b41" providerId="AD" clId="Web-{00000000-0000-0000-0000-000000000000}" dt="2026-10-15T00:28:12.575" v="26" actId="20577"/>
          <ac:spMkLst>
            <pc:docMk/>
            <pc:sldMk cId="0" sldId="270"/>
            <ac:spMk id="2" creationId="{00000000-0000-0000-0000-000000000000}"/>
          </ac:spMkLst>
        </pc:spChg>
      </pc:sldChg>
      <pc:sldChg chg="modSp">
        <pc:chgData name="Kawaguchi, Kaho [JANJP]" userId="S::kkawagu4@its.jnj.com::b518f2b9-089e-44f2-a678-3f5f62bb0b41" providerId="AD" clId="Web-{00000000-0000-0000-0000-000000000000}" dt="2026-10-15T00:28:09.044" v="24" actId="20577"/>
        <pc:sldMkLst>
          <pc:docMk/>
          <pc:sldMk cId="0" sldId="271"/>
        </pc:sldMkLst>
        <pc:spChg chg="mod">
          <ac:chgData name="Kawaguchi, Kaho [JANJP]" userId="S::kkawagu4@its.jnj.com::b518f2b9-089e-44f2-a678-3f5f62bb0b41" providerId="AD" clId="Web-{00000000-0000-0000-0000-000000000000}" dt="2026-10-15T00:28:09.044" v="24" actId="20577"/>
          <ac:spMkLst>
            <pc:docMk/>
            <pc:sldMk cId="0" sldId="271"/>
            <ac:spMk id="2" creationId="{00000000-0000-0000-0000-000000000000}"/>
          </ac:spMkLst>
        </pc:spChg>
      </pc:sldChg>
      <pc:sldChg chg="modSp del">
        <pc:chgData name="Kawaguchi, Kaho [JANJP]" userId="S::kkawagu4@its.jnj.com::b518f2b9-089e-44f2-a678-3f5f62bb0b41" providerId="AD" clId="Web-{00000000-0000-0000-0000-000000000000}" dt="2026-10-15T00:25:21.633" v="8"/>
        <pc:sldMkLst>
          <pc:docMk/>
          <pc:sldMk cId="0" sldId="272"/>
        </pc:sldMkLst>
        <pc:spChg chg="mod">
          <ac:chgData name="Kawaguchi, Kaho [JANJP]" userId="S::kkawagu4@its.jnj.com::b518f2b9-089e-44f2-a678-3f5f62bb0b41" providerId="AD" clId="Web-{00000000-0000-0000-0000-000000000000}" dt="2026-10-15T00:23:23.064" v="1" actId="20577"/>
          <ac:spMkLst>
            <pc:docMk/>
            <pc:sldMk cId="0" sldId="272"/>
            <ac:spMk id="9" creationId="{00000000-0000-0000-0000-000000000000}"/>
          </ac:spMkLst>
        </pc:spChg>
      </pc:sldChg>
      <pc:sldChg chg="del">
        <pc:chgData name="Kawaguchi, Kaho [JANJP]" userId="S::kkawagu4@its.jnj.com::b518f2b9-089e-44f2-a678-3f5f62bb0b41" providerId="AD" clId="Web-{00000000-0000-0000-0000-000000000000}" dt="2026-10-15T00:25:21.616" v="7"/>
        <pc:sldMkLst>
          <pc:docMk/>
          <pc:sldMk cId="0" sldId="273"/>
        </pc:sldMkLst>
      </pc:sldChg>
      <pc:sldChg chg="del">
        <pc:chgData name="Kawaguchi, Kaho [JANJP]" userId="S::kkawagu4@its.jnj.com::b518f2b9-089e-44f2-a678-3f5f62bb0b41" providerId="AD" clId="Web-{00000000-0000-0000-0000-000000000000}" dt="2026-10-15T00:25:21.616" v="6"/>
        <pc:sldMkLst>
          <pc:docMk/>
          <pc:sldMk cId="0" sldId="274"/>
        </pc:sldMkLst>
      </pc:sldChg>
    </pc:docChg>
  </pc:docChgLst>
  <pc:docChgLst>
    <pc:chgData name="Kawaguchi, Kaho [JANJP]" userId="b518f2b9-089e-44f2-a678-3f5f62bb0b41" providerId="ADAL" clId="{721D1454-8F33-4FBB-9A7F-3CF02808A4F7}"/>
    <pc:docChg chg="custSel addSld modSld">
      <pc:chgData name="Kawaguchi, Kaho [JANJP]" userId="b518f2b9-089e-44f2-a678-3f5f62bb0b41" providerId="ADAL" clId="{721D1454-8F33-4FBB-9A7F-3CF02808A4F7}" dt="2026-10-16T05:22:18.602" v="5" actId="26606"/>
      <pc:docMkLst>
        <pc:docMk/>
      </pc:docMkLst>
      <pc:sldChg chg="modSp mod">
        <pc:chgData name="Kawaguchi, Kaho [JANJP]" userId="b518f2b9-089e-44f2-a678-3f5f62bb0b41" providerId="ADAL" clId="{721D1454-8F33-4FBB-9A7F-3CF02808A4F7}" dt="2026-10-16T05:16:29.472" v="4" actId="2085"/>
        <pc:sldMkLst>
          <pc:docMk/>
          <pc:sldMk cId="0" sldId="257"/>
        </pc:sldMkLst>
        <pc:spChg chg="mod">
          <ac:chgData name="Kawaguchi, Kaho [JANJP]" userId="b518f2b9-089e-44f2-a678-3f5f62bb0b41" providerId="ADAL" clId="{721D1454-8F33-4FBB-9A7F-3CF02808A4F7}" dt="2026-10-16T05:16:29.472" v="4" actId="2085"/>
          <ac:spMkLst>
            <pc:docMk/>
            <pc:sldMk cId="0" sldId="257"/>
            <ac:spMk id="18" creationId="{00000000-0000-0000-0000-000000000000}"/>
          </ac:spMkLst>
        </pc:spChg>
      </pc:sldChg>
      <pc:sldChg chg="add setBg">
        <pc:chgData name="Kawaguchi, Kaho [JANJP]" userId="b518f2b9-089e-44f2-a678-3f5f62bb0b41" providerId="ADAL" clId="{721D1454-8F33-4FBB-9A7F-3CF02808A4F7}" dt="2026-10-15T00:21:35.914" v="0"/>
        <pc:sldMkLst>
          <pc:docMk/>
          <pc:sldMk cId="0" sldId="263"/>
        </pc:sldMkLst>
      </pc:sldChg>
      <pc:sldChg chg="add setBg">
        <pc:chgData name="Kawaguchi, Kaho [JANJP]" userId="b518f2b9-089e-44f2-a678-3f5f62bb0b41" providerId="ADAL" clId="{721D1454-8F33-4FBB-9A7F-3CF02808A4F7}" dt="2026-10-15T00:21:35.914" v="0"/>
        <pc:sldMkLst>
          <pc:docMk/>
          <pc:sldMk cId="0" sldId="264"/>
        </pc:sldMkLst>
      </pc:sldChg>
      <pc:sldChg chg="add setBg">
        <pc:chgData name="Kawaguchi, Kaho [JANJP]" userId="b518f2b9-089e-44f2-a678-3f5f62bb0b41" providerId="ADAL" clId="{721D1454-8F33-4FBB-9A7F-3CF02808A4F7}" dt="2026-10-15T00:21:35.914" v="0"/>
        <pc:sldMkLst>
          <pc:docMk/>
          <pc:sldMk cId="0" sldId="265"/>
        </pc:sldMkLst>
      </pc:sldChg>
      <pc:sldChg chg="add setBg">
        <pc:chgData name="Kawaguchi, Kaho [JANJP]" userId="b518f2b9-089e-44f2-a678-3f5f62bb0b41" providerId="ADAL" clId="{721D1454-8F33-4FBB-9A7F-3CF02808A4F7}" dt="2026-10-15T00:21:35.914" v="0"/>
        <pc:sldMkLst>
          <pc:docMk/>
          <pc:sldMk cId="0" sldId="266"/>
        </pc:sldMkLst>
      </pc:sldChg>
      <pc:sldChg chg="add setBg">
        <pc:chgData name="Kawaguchi, Kaho [JANJP]" userId="b518f2b9-089e-44f2-a678-3f5f62bb0b41" providerId="ADAL" clId="{721D1454-8F33-4FBB-9A7F-3CF02808A4F7}" dt="2026-10-15T00:21:35.914" v="0"/>
        <pc:sldMkLst>
          <pc:docMk/>
          <pc:sldMk cId="0" sldId="267"/>
        </pc:sldMkLst>
      </pc:sldChg>
      <pc:sldChg chg="add setBg">
        <pc:chgData name="Kawaguchi, Kaho [JANJP]" userId="b518f2b9-089e-44f2-a678-3f5f62bb0b41" providerId="ADAL" clId="{721D1454-8F33-4FBB-9A7F-3CF02808A4F7}" dt="2026-10-15T00:21:35.914" v="0"/>
        <pc:sldMkLst>
          <pc:docMk/>
          <pc:sldMk cId="0" sldId="268"/>
        </pc:sldMkLst>
      </pc:sldChg>
      <pc:sldChg chg="add setBg">
        <pc:chgData name="Kawaguchi, Kaho [JANJP]" userId="b518f2b9-089e-44f2-a678-3f5f62bb0b41" providerId="ADAL" clId="{721D1454-8F33-4FBB-9A7F-3CF02808A4F7}" dt="2026-10-15T00:21:35.914" v="0"/>
        <pc:sldMkLst>
          <pc:docMk/>
          <pc:sldMk cId="0" sldId="269"/>
        </pc:sldMkLst>
      </pc:sldChg>
      <pc:sldChg chg="addSp modSp add mod setBg">
        <pc:chgData name="Kawaguchi, Kaho [JANJP]" userId="b518f2b9-089e-44f2-a678-3f5f62bb0b41" providerId="ADAL" clId="{721D1454-8F33-4FBB-9A7F-3CF02808A4F7}" dt="2026-10-16T05:22:18.602" v="5" actId="26606"/>
        <pc:sldMkLst>
          <pc:docMk/>
          <pc:sldMk cId="0" sldId="270"/>
        </pc:sldMkLst>
        <pc:spChg chg="mod">
          <ac:chgData name="Kawaguchi, Kaho [JANJP]" userId="b518f2b9-089e-44f2-a678-3f5f62bb0b41" providerId="ADAL" clId="{721D1454-8F33-4FBB-9A7F-3CF02808A4F7}" dt="2026-10-16T05:22:18.602" v="5" actId="26606"/>
          <ac:spMkLst>
            <pc:docMk/>
            <pc:sldMk cId="0" sldId="270"/>
            <ac:spMk id="241" creationId="{00000000-0000-0000-0000-000000000000}"/>
          </ac:spMkLst>
        </pc:spChg>
        <pc:spChg chg="mod">
          <ac:chgData name="Kawaguchi, Kaho [JANJP]" userId="b518f2b9-089e-44f2-a678-3f5f62bb0b41" providerId="ADAL" clId="{721D1454-8F33-4FBB-9A7F-3CF02808A4F7}" dt="2026-10-16T05:22:18.602" v="5" actId="26606"/>
          <ac:spMkLst>
            <pc:docMk/>
            <pc:sldMk cId="0" sldId="270"/>
            <ac:spMk id="275" creationId="{00000000-0000-0000-0000-000000000000}"/>
          </ac:spMkLst>
        </pc:spChg>
        <pc:spChg chg="add">
          <ac:chgData name="Kawaguchi, Kaho [JANJP]" userId="b518f2b9-089e-44f2-a678-3f5f62bb0b41" providerId="ADAL" clId="{721D1454-8F33-4FBB-9A7F-3CF02808A4F7}" dt="2026-10-16T05:22:18.602" v="5" actId="26606"/>
          <ac:spMkLst>
            <pc:docMk/>
            <pc:sldMk cId="0" sldId="270"/>
            <ac:spMk id="280" creationId="{00000000-0000-0000-0000-000000000000}"/>
          </ac:spMkLst>
        </pc:spChg>
        <pc:spChg chg="add">
          <ac:chgData name="Kawaguchi, Kaho [JANJP]" userId="b518f2b9-089e-44f2-a678-3f5f62bb0b41" providerId="ADAL" clId="{721D1454-8F33-4FBB-9A7F-3CF02808A4F7}" dt="2026-10-16T05:22:18.602" v="5" actId="26606"/>
          <ac:spMkLst>
            <pc:docMk/>
            <pc:sldMk cId="0" sldId="270"/>
            <ac:spMk id="281" creationId="{00000000-0000-0000-0000-000000000000}"/>
          </ac:spMkLst>
        </pc:spChg>
        <pc:spChg chg="add">
          <ac:chgData name="Kawaguchi, Kaho [JANJP]" userId="b518f2b9-089e-44f2-a678-3f5f62bb0b41" providerId="ADAL" clId="{721D1454-8F33-4FBB-9A7F-3CF02808A4F7}" dt="2026-10-16T05:22:18.602" v="5" actId="26606"/>
          <ac:spMkLst>
            <pc:docMk/>
            <pc:sldMk cId="0" sldId="270"/>
            <ac:spMk id="282" creationId="{00000000-0000-0000-0000-000000000000}"/>
          </ac:spMkLst>
        </pc:spChg>
        <pc:spChg chg="add">
          <ac:chgData name="Kawaguchi, Kaho [JANJP]" userId="b518f2b9-089e-44f2-a678-3f5f62bb0b41" providerId="ADAL" clId="{721D1454-8F33-4FBB-9A7F-3CF02808A4F7}" dt="2026-10-16T05:22:18.602" v="5" actId="26606"/>
          <ac:spMkLst>
            <pc:docMk/>
            <pc:sldMk cId="0" sldId="270"/>
            <ac:spMk id="283" creationId="{00000000-0000-0000-0000-000000000000}"/>
          </ac:spMkLst>
        </pc:spChg>
        <pc:spChg chg="add">
          <ac:chgData name="Kawaguchi, Kaho [JANJP]" userId="b518f2b9-089e-44f2-a678-3f5f62bb0b41" providerId="ADAL" clId="{721D1454-8F33-4FBB-9A7F-3CF02808A4F7}" dt="2026-10-16T05:22:18.602" v="5" actId="26606"/>
          <ac:spMkLst>
            <pc:docMk/>
            <pc:sldMk cId="0" sldId="270"/>
            <ac:spMk id="284" creationId="{00000000-0000-0000-0000-000000000000}"/>
          </ac:spMkLst>
        </pc:spChg>
        <pc:spChg chg="add">
          <ac:chgData name="Kawaguchi, Kaho [JANJP]" userId="b518f2b9-089e-44f2-a678-3f5f62bb0b41" providerId="ADAL" clId="{721D1454-8F33-4FBB-9A7F-3CF02808A4F7}" dt="2026-10-16T05:22:18.602" v="5" actId="26606"/>
          <ac:spMkLst>
            <pc:docMk/>
            <pc:sldMk cId="0" sldId="270"/>
            <ac:spMk id="285" creationId="{00000000-0000-0000-0000-000000000000}"/>
          </ac:spMkLst>
        </pc:spChg>
        <pc:spChg chg="add">
          <ac:chgData name="Kawaguchi, Kaho [JANJP]" userId="b518f2b9-089e-44f2-a678-3f5f62bb0b41" providerId="ADAL" clId="{721D1454-8F33-4FBB-9A7F-3CF02808A4F7}" dt="2026-10-16T05:22:18.602" v="5" actId="26606"/>
          <ac:spMkLst>
            <pc:docMk/>
            <pc:sldMk cId="0" sldId="270"/>
            <ac:spMk id="286" creationId="{00000000-0000-0000-0000-000000000000}"/>
          </ac:spMkLst>
        </pc:spChg>
        <pc:spChg chg="add">
          <ac:chgData name="Kawaguchi, Kaho [JANJP]" userId="b518f2b9-089e-44f2-a678-3f5f62bb0b41" providerId="ADAL" clId="{721D1454-8F33-4FBB-9A7F-3CF02808A4F7}" dt="2026-10-16T05:22:18.602" v="5" actId="26606"/>
          <ac:spMkLst>
            <pc:docMk/>
            <pc:sldMk cId="0" sldId="270"/>
            <ac:spMk id="287" creationId="{00000000-0000-0000-0000-000000000000}"/>
          </ac:spMkLst>
        </pc:spChg>
      </pc:sldChg>
      <pc:sldChg chg="modSp add mod setBg">
        <pc:chgData name="Kawaguchi, Kaho [JANJP]" userId="b518f2b9-089e-44f2-a678-3f5f62bb0b41" providerId="ADAL" clId="{721D1454-8F33-4FBB-9A7F-3CF02808A4F7}" dt="2026-10-15T00:21:57.819" v="3" actId="20577"/>
        <pc:sldMkLst>
          <pc:docMk/>
          <pc:sldMk cId="0" sldId="271"/>
        </pc:sldMkLst>
        <pc:spChg chg="mod">
          <ac:chgData name="Kawaguchi, Kaho [JANJP]" userId="b518f2b9-089e-44f2-a678-3f5f62bb0b41" providerId="ADAL" clId="{721D1454-8F33-4FBB-9A7F-3CF02808A4F7}" dt="2026-10-15T00:21:57.819" v="3" actId="20577"/>
          <ac:spMkLst>
            <pc:docMk/>
            <pc:sldMk cId="0" sldId="271"/>
            <ac:spMk id="2" creationId="{00000000-0000-0000-0000-000000000000}"/>
          </ac:spMkLst>
        </pc:spChg>
      </pc:sldChg>
      <pc:sldChg chg="add setBg">
        <pc:chgData name="Kawaguchi, Kaho [JANJP]" userId="b518f2b9-089e-44f2-a678-3f5f62bb0b41" providerId="ADAL" clId="{721D1454-8F33-4FBB-9A7F-3CF02808A4F7}" dt="2026-10-15T00:21:50.204" v="1"/>
        <pc:sldMkLst>
          <pc:docMk/>
          <pc:sldMk cId="0" sldId="272"/>
        </pc:sldMkLst>
      </pc:sldChg>
      <pc:sldChg chg="add setBg">
        <pc:chgData name="Kawaguchi, Kaho [JANJP]" userId="b518f2b9-089e-44f2-a678-3f5f62bb0b41" providerId="ADAL" clId="{721D1454-8F33-4FBB-9A7F-3CF02808A4F7}" dt="2026-10-15T00:21:50.204" v="1"/>
        <pc:sldMkLst>
          <pc:docMk/>
          <pc:sldMk cId="0" sldId="273"/>
        </pc:sldMkLst>
      </pc:sldChg>
      <pc:sldChg chg="add setBg">
        <pc:chgData name="Kawaguchi, Kaho [JANJP]" userId="b518f2b9-089e-44f2-a678-3f5f62bb0b41" providerId="ADAL" clId="{721D1454-8F33-4FBB-9A7F-3CF02808A4F7}" dt="2026-10-15T00:21:50.204" v="1"/>
        <pc:sldMkLst>
          <pc:docMk/>
          <pc:sldMk cId="0" sldId="274"/>
        </pc:sldMkLst>
      </pc:sldChg>
      <pc:sldChg chg="add setBg">
        <pc:chgData name="Kawaguchi, Kaho [JANJP]" userId="b518f2b9-089e-44f2-a678-3f5f62bb0b41" providerId="ADAL" clId="{721D1454-8F33-4FBB-9A7F-3CF02808A4F7}" dt="2026-10-15T00:21:50.204" v="1"/>
        <pc:sldMkLst>
          <pc:docMk/>
          <pc:sldMk cId="0" sldId="275"/>
        </pc:sldMkLst>
      </pc:sldChg>
    </pc:docChg>
  </pc:docChgLst>
  <pc:docChgLst>
    <pc:chgData name="Kawaguchi, Kaho [JANJP]" userId="S::kkawagu4@its.jnj.com::b518f2b9-089e-44f2-a678-3f5f62bb0b41" providerId="AD" clId="Web-{17A04573-6427-CF3B-9CFF-CE7EB5DAD913}"/>
    <pc:docChg chg="delSld modSld sldOrd">
      <pc:chgData name="Kawaguchi, Kaho [JANJP]" userId="S::kkawagu4@its.jnj.com::b518f2b9-089e-44f2-a678-3f5f62bb0b41" providerId="AD" clId="Web-{17A04573-6427-CF3B-9CFF-CE7EB5DAD913}" dt="2026-10-15T06:12:37.155" v="389" actId="20577"/>
      <pc:docMkLst>
        <pc:docMk/>
      </pc:docMkLst>
      <pc:sldChg chg="modSp">
        <pc:chgData name="Kawaguchi, Kaho [JANJP]" userId="S::kkawagu4@its.jnj.com::b518f2b9-089e-44f2-a678-3f5f62bb0b41" providerId="AD" clId="Web-{17A04573-6427-CF3B-9CFF-CE7EB5DAD913}" dt="2026-10-15T01:38:14.118" v="85" actId="20577"/>
        <pc:sldMkLst>
          <pc:docMk/>
          <pc:sldMk cId="0" sldId="256"/>
        </pc:sldMkLst>
        <pc:spChg chg="mod">
          <ac:chgData name="Kawaguchi, Kaho [JANJP]" userId="S::kkawagu4@its.jnj.com::b518f2b9-089e-44f2-a678-3f5f62bb0b41" providerId="AD" clId="Web-{17A04573-6427-CF3B-9CFF-CE7EB5DAD913}" dt="2026-10-15T01:38:14.118" v="85" actId="20577"/>
          <ac:spMkLst>
            <pc:docMk/>
            <pc:sldMk cId="0" sldId="256"/>
            <ac:spMk id="8" creationId="{00000000-0000-0000-0000-000000000000}"/>
          </ac:spMkLst>
        </pc:spChg>
      </pc:sldChg>
      <pc:sldChg chg="addSp modSp">
        <pc:chgData name="Kawaguchi, Kaho [JANJP]" userId="S::kkawagu4@its.jnj.com::b518f2b9-089e-44f2-a678-3f5f62bb0b41" providerId="AD" clId="Web-{17A04573-6427-CF3B-9CFF-CE7EB5DAD913}" dt="2026-10-15T03:30:57.507" v="209"/>
        <pc:sldMkLst>
          <pc:docMk/>
          <pc:sldMk cId="0" sldId="257"/>
        </pc:sldMkLst>
        <pc:spChg chg="mod">
          <ac:chgData name="Kawaguchi, Kaho [JANJP]" userId="S::kkawagu4@its.jnj.com::b518f2b9-089e-44f2-a678-3f5f62bb0b41" providerId="AD" clId="Web-{17A04573-6427-CF3B-9CFF-CE7EB5DAD913}" dt="2026-10-15T01:00:00.721" v="4"/>
          <ac:spMkLst>
            <pc:docMk/>
            <pc:sldMk cId="0" sldId="257"/>
            <ac:spMk id="2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00:00.721" v="4"/>
          <ac:spMkLst>
            <pc:docMk/>
            <pc:sldMk cId="0" sldId="257"/>
            <ac:spMk id="3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00:00.721" v="4"/>
          <ac:spMkLst>
            <pc:docMk/>
            <pc:sldMk cId="0" sldId="257"/>
            <ac:spMk id="4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4:35.777" v="180"/>
          <ac:spMkLst>
            <pc:docMk/>
            <pc:sldMk cId="0" sldId="257"/>
            <ac:spMk id="6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22:04.892" v="19"/>
          <ac:spMkLst>
            <pc:docMk/>
            <pc:sldMk cId="0" sldId="257"/>
            <ac:spMk id="7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22:04.892" v="19"/>
          <ac:spMkLst>
            <pc:docMk/>
            <pc:sldMk cId="0" sldId="257"/>
            <ac:spMk id="8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22:04.892" v="19"/>
          <ac:spMkLst>
            <pc:docMk/>
            <pc:sldMk cId="0" sldId="257"/>
            <ac:spMk id="9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26:26.649" v="38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15:35.977" v="18"/>
          <ac:spMkLst>
            <pc:docMk/>
            <pc:sldMk cId="0" sldId="257"/>
            <ac:spMk id="14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22:04.892" v="19"/>
          <ac:spMkLst>
            <pc:docMk/>
            <pc:sldMk cId="0" sldId="257"/>
            <ac:spMk id="15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5:10.622" v="184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26:57.290" v="45" actId="2057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30:57.507" v="209"/>
          <ac:spMkLst>
            <pc:docMk/>
            <pc:sldMk cId="0" sldId="257"/>
            <ac:spMk id="20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15:35.977" v="18"/>
          <ac:spMkLst>
            <pc:docMk/>
            <pc:sldMk cId="0" sldId="257"/>
            <ac:spMk id="21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27:06.181" v="48" actId="20577"/>
          <ac:spMkLst>
            <pc:docMk/>
            <pc:sldMk cId="0" sldId="257"/>
            <ac:spMk id="25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8:17.065" v="200"/>
          <ac:spMkLst>
            <pc:docMk/>
            <pc:sldMk cId="0" sldId="257"/>
            <ac:spMk id="26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28:04.385" v="73" actId="20577"/>
          <ac:spMkLst>
            <pc:docMk/>
            <pc:sldMk cId="0" sldId="257"/>
            <ac:spMk id="31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22:04.892" v="19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22:04.892" v="19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24:41.849" v="21" actId="20577"/>
          <ac:spMkLst>
            <pc:docMk/>
            <pc:sldMk cId="0" sldId="257"/>
            <ac:spMk id="34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2:24:05.923" v="91" actId="20577"/>
          <ac:spMkLst>
            <pc:docMk/>
            <pc:sldMk cId="0" sldId="257"/>
            <ac:spMk id="37" creationId="{00000000-0000-0000-0000-000000000000}"/>
          </ac:spMkLst>
        </pc:spChg>
        <pc:spChg chg="add">
          <ac:chgData name="Kawaguchi, Kaho [JANJP]" userId="S::kkawagu4@its.jnj.com::b518f2b9-089e-44f2-a678-3f5f62bb0b41" providerId="AD" clId="Web-{17A04573-6427-CF3B-9CFF-CE7EB5DAD913}" dt="2026-10-15T01:00:00.721" v="4"/>
          <ac:spMkLst>
            <pc:docMk/>
            <pc:sldMk cId="0" sldId="257"/>
            <ac:spMk id="39" creationId="{00000000-0000-0000-0000-000000000000}"/>
          </ac:spMkLst>
        </pc:spChg>
      </pc:sldChg>
      <pc:sldChg chg="addSp modSp ord">
        <pc:chgData name="Kawaguchi, Kaho [JANJP]" userId="S::kkawagu4@its.jnj.com::b518f2b9-089e-44f2-a678-3f5f62bb0b41" providerId="AD" clId="Web-{17A04573-6427-CF3B-9CFF-CE7EB5DAD913}" dt="2026-10-15T03:38:01.957" v="255" actId="20577"/>
        <pc:sldMkLst>
          <pc:docMk/>
          <pc:sldMk cId="0" sldId="261"/>
        </pc:sldMkLst>
        <pc:spChg chg="mod">
          <ac:chgData name="Kawaguchi, Kaho [JANJP]" userId="S::kkawagu4@its.jnj.com::b518f2b9-089e-44f2-a678-3f5f62bb0b41" providerId="AD" clId="Web-{17A04573-6427-CF3B-9CFF-CE7EB5DAD913}" dt="2026-10-15T01:00:00.721" v="4"/>
          <ac:spMkLst>
            <pc:docMk/>
            <pc:sldMk cId="0" sldId="261"/>
            <ac:spMk id="2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00:00.721" v="4"/>
          <ac:spMkLst>
            <pc:docMk/>
            <pc:sldMk cId="0" sldId="261"/>
            <ac:spMk id="3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00:00.721" v="4"/>
          <ac:spMkLst>
            <pc:docMk/>
            <pc:sldMk cId="0" sldId="261"/>
            <ac:spMk id="4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38:01.957" v="255" actId="20577"/>
          <ac:spMkLst>
            <pc:docMk/>
            <pc:sldMk cId="0" sldId="261"/>
            <ac:spMk id="27" creationId="{00000000-0000-0000-0000-000000000000}"/>
          </ac:spMkLst>
        </pc:spChg>
        <pc:spChg chg="add">
          <ac:chgData name="Kawaguchi, Kaho [JANJP]" userId="S::kkawagu4@its.jnj.com::b518f2b9-089e-44f2-a678-3f5f62bb0b41" providerId="AD" clId="Web-{17A04573-6427-CF3B-9CFF-CE7EB5DAD913}" dt="2026-10-15T01:00:00.721" v="4"/>
          <ac:spMkLst>
            <pc:docMk/>
            <pc:sldMk cId="0" sldId="261"/>
            <ac:spMk id="29" creationId="{00000000-0000-0000-0000-000000000000}"/>
          </ac:spMkLst>
        </pc:spChg>
      </pc:sldChg>
      <pc:sldChg chg="ord">
        <pc:chgData name="Kawaguchi, Kaho [JANJP]" userId="S::kkawagu4@its.jnj.com::b518f2b9-089e-44f2-a678-3f5f62bb0b41" providerId="AD" clId="Web-{17A04573-6427-CF3B-9CFF-CE7EB5DAD913}" dt="2026-10-15T01:01:37.036" v="7"/>
        <pc:sldMkLst>
          <pc:docMk/>
          <pc:sldMk cId="0" sldId="262"/>
        </pc:sldMkLst>
      </pc:sldChg>
      <pc:sldChg chg="modSp">
        <pc:chgData name="Kawaguchi, Kaho [JANJP]" userId="S::kkawagu4@its.jnj.com::b518f2b9-089e-44f2-a678-3f5f62bb0b41" providerId="AD" clId="Web-{17A04573-6427-CF3B-9CFF-CE7EB5DAD913}" dt="2026-10-15T00:47:06" v="0"/>
        <pc:sldMkLst>
          <pc:docMk/>
          <pc:sldMk cId="0" sldId="263"/>
        </pc:sldMkLst>
        <pc:picChg chg="mod">
          <ac:chgData name="Kawaguchi, Kaho [JANJP]" userId="S::kkawagu4@its.jnj.com::b518f2b9-089e-44f2-a678-3f5f62bb0b41" providerId="AD" clId="Web-{17A04573-6427-CF3B-9CFF-CE7EB5DAD913}" dt="2026-10-15T00:47:06" v="0"/>
          <ac:picMkLst>
            <pc:docMk/>
            <pc:sldMk cId="0" sldId="263"/>
            <ac:picMk id="9" creationId="{00000000-0000-0000-0000-000000000000}"/>
          </ac:picMkLst>
        </pc:picChg>
        <pc:picChg chg="mod">
          <ac:chgData name="Kawaguchi, Kaho [JANJP]" userId="S::kkawagu4@its.jnj.com::b518f2b9-089e-44f2-a678-3f5f62bb0b41" providerId="AD" clId="Web-{17A04573-6427-CF3B-9CFF-CE7EB5DAD913}" dt="2026-10-15T00:47:06" v="0"/>
          <ac:picMkLst>
            <pc:docMk/>
            <pc:sldMk cId="0" sldId="263"/>
            <ac:picMk id="10" creationId="{00000000-0000-0000-0000-000000000000}"/>
          </ac:picMkLst>
        </pc:picChg>
        <pc:picChg chg="mod">
          <ac:chgData name="Kawaguchi, Kaho [JANJP]" userId="S::kkawagu4@its.jnj.com::b518f2b9-089e-44f2-a678-3f5f62bb0b41" providerId="AD" clId="Web-{17A04573-6427-CF3B-9CFF-CE7EB5DAD913}" dt="2026-10-15T00:47:06" v="0"/>
          <ac:picMkLst>
            <pc:docMk/>
            <pc:sldMk cId="0" sldId="263"/>
            <ac:picMk id="11" creationId="{00000000-0000-0000-0000-000000000000}"/>
          </ac:picMkLst>
        </pc:picChg>
      </pc:sldChg>
      <pc:sldChg chg="addSp delSp modSp ord">
        <pc:chgData name="Kawaguchi, Kaho [JANJP]" userId="S::kkawagu4@its.jnj.com::b518f2b9-089e-44f2-a678-3f5f62bb0b41" providerId="AD" clId="Web-{17A04573-6427-CF3B-9CFF-CE7EB5DAD913}" dt="2026-10-15T06:08:03.170" v="380" actId="20577"/>
        <pc:sldMkLst>
          <pc:docMk/>
          <pc:sldMk cId="0" sldId="265"/>
        </pc:sldMkLst>
        <pc:spChg chg="mod">
          <ac:chgData name="Kawaguchi, Kaho [JANJP]" userId="S::kkawagu4@its.jnj.com::b518f2b9-089e-44f2-a678-3f5f62bb0b41" providerId="AD" clId="Web-{17A04573-6427-CF3B-9CFF-CE7EB5DAD913}" dt="2026-10-15T01:09:19.109" v="17"/>
          <ac:spMkLst>
            <pc:docMk/>
            <pc:sldMk cId="0" sldId="265"/>
            <ac:spMk id="6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5:44:11.776" v="284"/>
          <ac:spMkLst>
            <pc:docMk/>
            <pc:sldMk cId="0" sldId="265"/>
            <ac:spMk id="7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09:19.109" v="17"/>
          <ac:spMkLst>
            <pc:docMk/>
            <pc:sldMk cId="0" sldId="265"/>
            <ac:spMk id="8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09:19.109" v="17"/>
          <ac:spMkLst>
            <pc:docMk/>
            <pc:sldMk cId="0" sldId="265"/>
            <ac:spMk id="9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09:19.109" v="1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5:38:10.994" v="26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5:48:29.449" v="303" actId="20577"/>
          <ac:spMkLst>
            <pc:docMk/>
            <pc:sldMk cId="0" sldId="265"/>
            <ac:spMk id="13" creationId="{00000000-0000-0000-0000-000000000000}"/>
          </ac:spMkLst>
        </pc:spChg>
        <pc:spChg chg="del">
          <ac:chgData name="Kawaguchi, Kaho [JANJP]" userId="S::kkawagu4@its.jnj.com::b518f2b9-089e-44f2-a678-3f5f62bb0b41" providerId="AD" clId="Web-{17A04573-6427-CF3B-9CFF-CE7EB5DAD913}" dt="2026-10-15T05:48:49.511" v="306"/>
          <ac:spMkLst>
            <pc:docMk/>
            <pc:sldMk cId="0" sldId="265"/>
            <ac:spMk id="14" creationId="{00000000-0000-0000-0000-000000000000}"/>
          </ac:spMkLst>
        </pc:spChg>
        <pc:spChg chg="del mod">
          <ac:chgData name="Kawaguchi, Kaho [JANJP]" userId="S::kkawagu4@its.jnj.com::b518f2b9-089e-44f2-a678-3f5f62bb0b41" providerId="AD" clId="Web-{17A04573-6427-CF3B-9CFF-CE7EB5DAD913}" dt="2026-10-15T06:06:29.482" v="360"/>
          <ac:spMkLst>
            <pc:docMk/>
            <pc:sldMk cId="0" sldId="265"/>
            <ac:spMk id="15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6:06:36.607" v="361" actId="107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05:18.994" v="10" actId="20577"/>
          <ac:spMkLst>
            <pc:docMk/>
            <pc:sldMk cId="0" sldId="265"/>
            <ac:spMk id="17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6:04:27.420" v="340" actId="20577"/>
          <ac:spMkLst>
            <pc:docMk/>
            <pc:sldMk cId="0" sldId="265"/>
            <ac:spMk id="18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05:32.650" v="13" actId="20577"/>
          <ac:spMkLst>
            <pc:docMk/>
            <pc:sldMk cId="0" sldId="265"/>
            <ac:spMk id="23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6:03:50.779" v="334" actId="20577"/>
          <ac:spMkLst>
            <pc:docMk/>
            <pc:sldMk cId="0" sldId="265"/>
            <ac:spMk id="24" creationId="{00000000-0000-0000-0000-000000000000}"/>
          </ac:spMkLst>
        </pc:spChg>
        <pc:spChg chg="del mod">
          <ac:chgData name="Kawaguchi, Kaho [JANJP]" userId="S::kkawagu4@its.jnj.com::b518f2b9-089e-44f2-a678-3f5f62bb0b41" providerId="AD" clId="Web-{17A04573-6427-CF3B-9CFF-CE7EB5DAD913}" dt="2026-10-15T06:06:18.888" v="356"/>
          <ac:spMkLst>
            <pc:docMk/>
            <pc:sldMk cId="0" sldId="265"/>
            <ac:spMk id="25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6:06:23.576" v="357" actId="1076"/>
          <ac:spMkLst>
            <pc:docMk/>
            <pc:sldMk cId="0" sldId="265"/>
            <ac:spMk id="26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05:37.572" v="16" actId="20577"/>
          <ac:spMkLst>
            <pc:docMk/>
            <pc:sldMk cId="0" sldId="265"/>
            <ac:spMk id="27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6:07:41.607" v="376" actId="1076"/>
          <ac:spMkLst>
            <pc:docMk/>
            <pc:sldMk cId="0" sldId="265"/>
            <ac:spMk id="29" creationId="{00000000-0000-0000-0000-000000000000}"/>
          </ac:spMkLst>
        </pc:spChg>
        <pc:spChg chg="add mod">
          <ac:chgData name="Kawaguchi, Kaho [JANJP]" userId="S::kkawagu4@its.jnj.com::b518f2b9-089e-44f2-a678-3f5f62bb0b41" providerId="AD" clId="Web-{17A04573-6427-CF3B-9CFF-CE7EB5DAD913}" dt="2026-10-15T06:08:03.170" v="380" actId="20577"/>
          <ac:spMkLst>
            <pc:docMk/>
            <pc:sldMk cId="0" sldId="265"/>
            <ac:spMk id="30" creationId="{00000000-0000-0000-0000-000000000000}"/>
          </ac:spMkLst>
        </pc:spChg>
      </pc:sldChg>
      <pc:sldChg chg="addSp modSp ord">
        <pc:chgData name="Kawaguchi, Kaho [JANJP]" userId="S::kkawagu4@its.jnj.com::b518f2b9-089e-44f2-a678-3f5f62bb0b41" providerId="AD" clId="Web-{17A04573-6427-CF3B-9CFF-CE7EB5DAD913}" dt="2026-10-15T01:01:33.723" v="6"/>
        <pc:sldMkLst>
          <pc:docMk/>
          <pc:sldMk cId="0" sldId="266"/>
        </pc:sldMkLst>
        <pc:spChg chg="mod">
          <ac:chgData name="Kawaguchi, Kaho [JANJP]" userId="S::kkawagu4@its.jnj.com::b518f2b9-089e-44f2-a678-3f5f62bb0b41" providerId="AD" clId="Web-{17A04573-6427-CF3B-9CFF-CE7EB5DAD913}" dt="2026-10-15T00:52:53.539" v="3"/>
          <ac:spMkLst>
            <pc:docMk/>
            <pc:sldMk cId="0" sldId="266"/>
            <ac:spMk id="25" creationId="{3E7E0E65-362B-20C7-5DCB-2A0BF2EE2F5D}"/>
          </ac:spMkLst>
        </pc:spChg>
        <pc:spChg chg="add">
          <ac:chgData name="Kawaguchi, Kaho [JANJP]" userId="S::kkawagu4@its.jnj.com::b518f2b9-089e-44f2-a678-3f5f62bb0b41" providerId="AD" clId="Web-{17A04573-6427-CF3B-9CFF-CE7EB5DAD913}" dt="2026-10-15T00:49:53.253" v="2"/>
          <ac:spMkLst>
            <pc:docMk/>
            <pc:sldMk cId="0" sldId="266"/>
            <ac:spMk id="26" creationId="{00000000-0000-0000-0000-000000000000}"/>
          </ac:spMkLst>
        </pc:spChg>
        <pc:spChg chg="add">
          <ac:chgData name="Kawaguchi, Kaho [JANJP]" userId="S::kkawagu4@its.jnj.com::b518f2b9-089e-44f2-a678-3f5f62bb0b41" providerId="AD" clId="Web-{17A04573-6427-CF3B-9CFF-CE7EB5DAD913}" dt="2026-10-15T00:52:53.539" v="3"/>
          <ac:spMkLst>
            <pc:docMk/>
            <pc:sldMk cId="0" sldId="266"/>
            <ac:spMk id="27" creationId="{00000000-0000-0000-0000-000000000000}"/>
          </ac:spMkLst>
        </pc:spChg>
        <pc:spChg chg="add">
          <ac:chgData name="Kawaguchi, Kaho [JANJP]" userId="S::kkawagu4@its.jnj.com::b518f2b9-089e-44f2-a678-3f5f62bb0b41" providerId="AD" clId="Web-{17A04573-6427-CF3B-9CFF-CE7EB5DAD913}" dt="2026-10-15T00:52:53.539" v="3"/>
          <ac:spMkLst>
            <pc:docMk/>
            <pc:sldMk cId="0" sldId="266"/>
            <ac:spMk id="28" creationId="{00000000-0000-0000-0000-000000000000}"/>
          </ac:spMkLst>
        </pc:spChg>
        <pc:picChg chg="mod">
          <ac:chgData name="Kawaguchi, Kaho [JANJP]" userId="S::kkawagu4@its.jnj.com::b518f2b9-089e-44f2-a678-3f5f62bb0b41" providerId="AD" clId="Web-{17A04573-6427-CF3B-9CFF-CE7EB5DAD913}" dt="2026-10-15T00:47:06" v="0"/>
          <ac:picMkLst>
            <pc:docMk/>
            <pc:sldMk cId="0" sldId="266"/>
            <ac:picMk id="5" creationId="{00000000-0000-0000-0000-000000000000}"/>
          </ac:picMkLst>
        </pc:picChg>
        <pc:picChg chg="mod">
          <ac:chgData name="Kawaguchi, Kaho [JANJP]" userId="S::kkawagu4@its.jnj.com::b518f2b9-089e-44f2-a678-3f5f62bb0b41" providerId="AD" clId="Web-{17A04573-6427-CF3B-9CFF-CE7EB5DAD913}" dt="2026-10-15T00:47:06" v="0"/>
          <ac:picMkLst>
            <pc:docMk/>
            <pc:sldMk cId="0" sldId="266"/>
            <ac:picMk id="6" creationId="{00000000-0000-0000-0000-000000000000}"/>
          </ac:picMkLst>
        </pc:picChg>
      </pc:sldChg>
      <pc:sldChg chg="addSp delSp modSp">
        <pc:chgData name="Kawaguchi, Kaho [JANJP]" userId="S::kkawagu4@its.jnj.com::b518f2b9-089e-44f2-a678-3f5f62bb0b41" providerId="AD" clId="Web-{17A04573-6427-CF3B-9CFF-CE7EB5DAD913}" dt="2026-10-15T06:12:37.155" v="389" actId="20577"/>
        <pc:sldMkLst>
          <pc:docMk/>
          <pc:sldMk cId="0" sldId="270"/>
        </pc:sldMkLst>
        <pc:spChg chg="mod">
          <ac:chgData name="Kawaguchi, Kaho [JANJP]" userId="S::kkawagu4@its.jnj.com::b518f2b9-089e-44f2-a678-3f5f62bb0b41" providerId="AD" clId="Web-{17A04573-6427-CF3B-9CFF-CE7EB5DAD913}" dt="2026-10-15T01:00:00.721" v="4"/>
          <ac:spMkLst>
            <pc:docMk/>
            <pc:sldMk cId="0" sldId="270"/>
            <ac:spMk id="2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474" v="136"/>
          <ac:spMkLst>
            <pc:docMk/>
            <pc:sldMk cId="0" sldId="270"/>
            <ac:spMk id="3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474" v="137"/>
          <ac:spMkLst>
            <pc:docMk/>
            <pc:sldMk cId="0" sldId="270"/>
            <ac:spMk id="4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474" v="138"/>
          <ac:spMkLst>
            <pc:docMk/>
            <pc:sldMk cId="0" sldId="270"/>
            <ac:spMk id="5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0:47:38.625" v="1"/>
          <ac:spMkLst>
            <pc:docMk/>
            <pc:sldMk cId="0" sldId="270"/>
            <ac:spMk id="7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2:35:41.614" v="96" actId="1076"/>
          <ac:spMkLst>
            <pc:docMk/>
            <pc:sldMk cId="0" sldId="270"/>
            <ac:spMk id="9" creationId="{00000000-0000-0000-0000-000000000000}"/>
          </ac:spMkLst>
        </pc:spChg>
        <pc:spChg chg="del mod">
          <ac:chgData name="Kawaguchi, Kaho [JANJP]" userId="S::kkawagu4@its.jnj.com::b518f2b9-089e-44f2-a678-3f5f62bb0b41" providerId="AD" clId="Web-{17A04573-6427-CF3B-9CFF-CE7EB5DAD913}" dt="2026-10-15T03:04:46.664" v="132"/>
          <ac:spMkLst>
            <pc:docMk/>
            <pc:sldMk cId="0" sldId="270"/>
            <ac:spMk id="11" creationId="{00000000-0000-0000-0000-000000000000}"/>
          </ac:spMkLst>
        </pc:spChg>
        <pc:spChg chg="del mod">
          <ac:chgData name="Kawaguchi, Kaho [JANJP]" userId="S::kkawagu4@its.jnj.com::b518f2b9-089e-44f2-a678-3f5f62bb0b41" providerId="AD" clId="Web-{17A04573-6427-CF3B-9CFF-CE7EB5DAD913}" dt="2026-10-15T03:04:46.664" v="132"/>
          <ac:spMkLst>
            <pc:docMk/>
            <pc:sldMk cId="0" sldId="270"/>
            <ac:spMk id="13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02:08.768" v="131" actId="20577"/>
          <ac:spMkLst>
            <pc:docMk/>
            <pc:sldMk cId="0" sldId="270"/>
            <ac:spMk id="15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0:47:38.625" v="1"/>
          <ac:spMkLst>
            <pc:docMk/>
            <pc:sldMk cId="0" sldId="270"/>
            <ac:spMk id="18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0:47:38.625" v="1"/>
          <ac:spMkLst>
            <pc:docMk/>
            <pc:sldMk cId="0" sldId="270"/>
            <ac:spMk id="27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0:47:38.625" v="1"/>
          <ac:spMkLst>
            <pc:docMk/>
            <pc:sldMk cId="0" sldId="270"/>
            <ac:spMk id="29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0:47:38.625" v="1"/>
          <ac:spMkLst>
            <pc:docMk/>
            <pc:sldMk cId="0" sldId="270"/>
            <ac:spMk id="30" creationId="{00000000-0000-0000-0000-000000000000}"/>
          </ac:spMkLst>
        </pc:spChg>
        <pc:spChg chg="del">
          <ac:chgData name="Kawaguchi, Kaho [JANJP]" userId="S::kkawagu4@its.jnj.com::b518f2b9-089e-44f2-a678-3f5f62bb0b41" providerId="AD" clId="Web-{17A04573-6427-CF3B-9CFF-CE7EB5DAD913}" dt="2026-10-15T03:04:46.664" v="132"/>
          <ac:spMkLst>
            <pc:docMk/>
            <pc:sldMk cId="0" sldId="270"/>
            <ac:spMk id="38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0:47:38.625" v="1"/>
          <ac:spMkLst>
            <pc:docMk/>
            <pc:sldMk cId="0" sldId="270"/>
            <ac:spMk id="39" creationId="{00000000-0000-0000-0000-000000000000}"/>
          </ac:spMkLst>
        </pc:spChg>
        <pc:spChg chg="del">
          <ac:chgData name="Kawaguchi, Kaho [JANJP]" userId="S::kkawagu4@its.jnj.com::b518f2b9-089e-44f2-a678-3f5f62bb0b41" providerId="AD" clId="Web-{17A04573-6427-CF3B-9CFF-CE7EB5DAD913}" dt="2026-10-15T03:04:46.664" v="132"/>
          <ac:spMkLst>
            <pc:docMk/>
            <pc:sldMk cId="0" sldId="270"/>
            <ac:spMk id="48" creationId="{00000000-0000-0000-0000-000000000000}"/>
          </ac:spMkLst>
        </pc:spChg>
        <pc:spChg chg="del mod">
          <ac:chgData name="Kawaguchi, Kaho [JANJP]" userId="S::kkawagu4@its.jnj.com::b518f2b9-089e-44f2-a678-3f5f62bb0b41" providerId="AD" clId="Web-{17A04573-6427-CF3B-9CFF-CE7EB5DAD913}" dt="2026-10-15T03:04:46.664" v="132"/>
          <ac:spMkLst>
            <pc:docMk/>
            <pc:sldMk cId="0" sldId="270"/>
            <ac:spMk id="52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0:47:38.625" v="1"/>
          <ac:spMkLst>
            <pc:docMk/>
            <pc:sldMk cId="0" sldId="270"/>
            <ac:spMk id="54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0:47:38.625" v="1"/>
          <ac:spMkLst>
            <pc:docMk/>
            <pc:sldMk cId="0" sldId="270"/>
            <ac:spMk id="59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490" v="139"/>
          <ac:spMkLst>
            <pc:docMk/>
            <pc:sldMk cId="0" sldId="270"/>
            <ac:spMk id="66" creationId="{00000000-0000-0000-0000-000000000000}"/>
          </ac:spMkLst>
        </pc:spChg>
        <pc:spChg chg="add">
          <ac:chgData name="Kawaguchi, Kaho [JANJP]" userId="S::kkawagu4@its.jnj.com::b518f2b9-089e-44f2-a678-3f5f62bb0b41" providerId="AD" clId="Web-{17A04573-6427-CF3B-9CFF-CE7EB5DAD913}" dt="2026-10-15T01:00:00.721" v="4"/>
          <ac:spMkLst>
            <pc:docMk/>
            <pc:sldMk cId="0" sldId="270"/>
            <ac:spMk id="67" creationId="{00000000-0000-0000-0000-000000000000}"/>
          </ac:spMkLst>
        </pc:spChg>
        <pc:spChg chg="add del">
          <ac:chgData name="Kawaguchi, Kaho [JANJP]" userId="S::kkawagu4@its.jnj.com::b518f2b9-089e-44f2-a678-3f5f62bb0b41" providerId="AD" clId="Web-{17A04573-6427-CF3B-9CFF-CE7EB5DAD913}" dt="2026-10-15T03:17:52.062" v="135"/>
          <ac:spMkLst>
            <pc:docMk/>
            <pc:sldMk cId="0" sldId="270"/>
            <ac:spMk id="104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11:44.598" v="134"/>
          <ac:spMkLst>
            <pc:docMk/>
            <pc:sldMk cId="0" sldId="270"/>
            <ac:spMk id="105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11:44.598" v="134"/>
          <ac:spMkLst>
            <pc:docMk/>
            <pc:sldMk cId="0" sldId="270"/>
            <ac:spMk id="107" creationId="{00000000-0000-0000-0000-000000000000}"/>
          </ac:spMkLst>
        </pc:spChg>
        <pc:spChg chg="add del">
          <ac:chgData name="Kawaguchi, Kaho [JANJP]" userId="S::kkawagu4@its.jnj.com::b518f2b9-089e-44f2-a678-3f5f62bb0b41" providerId="AD" clId="Web-{17A04573-6427-CF3B-9CFF-CE7EB5DAD913}" dt="2026-10-15T03:17:52.062" v="135"/>
          <ac:spMkLst>
            <pc:docMk/>
            <pc:sldMk cId="0" sldId="270"/>
            <ac:spMk id="108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11:44.598" v="134"/>
          <ac:spMkLst>
            <pc:docMk/>
            <pc:sldMk cId="0" sldId="270"/>
            <ac:spMk id="109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11:44.598" v="134"/>
          <ac:spMkLst>
            <pc:docMk/>
            <pc:sldMk cId="0" sldId="270"/>
            <ac:spMk id="110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11:44.598" v="134"/>
          <ac:spMkLst>
            <pc:docMk/>
            <pc:sldMk cId="0" sldId="270"/>
            <ac:spMk id="123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11:44.598" v="134"/>
          <ac:spMkLst>
            <pc:docMk/>
            <pc:sldMk cId="0" sldId="270"/>
            <ac:spMk id="125" creationId="{00000000-0000-0000-0000-000000000000}"/>
          </ac:spMkLst>
        </pc:spChg>
        <pc:spChg chg="add">
          <ac:chgData name="Kawaguchi, Kaho [JANJP]" userId="S::kkawagu4@its.jnj.com::b518f2b9-089e-44f2-a678-3f5f62bb0b41" providerId="AD" clId="Web-{17A04573-6427-CF3B-9CFF-CE7EB5DAD913}" dt="2026-10-15T03:04:46.664" v="132"/>
          <ac:spMkLst>
            <pc:docMk/>
            <pc:sldMk cId="0" sldId="270"/>
            <ac:spMk id="128" creationId="{00000000-0000-0000-0000-000000000000}"/>
          </ac:spMkLst>
        </pc:spChg>
        <pc:spChg chg="add del mod">
          <ac:chgData name="Kawaguchi, Kaho [JANJP]" userId="S::kkawagu4@its.jnj.com::b518f2b9-089e-44f2-a678-3f5f62bb0b41" providerId="AD" clId="Web-{17A04573-6427-CF3B-9CFF-CE7EB5DAD913}" dt="2026-10-15T03:17:52.062" v="135"/>
          <ac:spMkLst>
            <pc:docMk/>
            <pc:sldMk cId="0" sldId="270"/>
            <ac:spMk id="129" creationId="{00000000-0000-0000-0000-000000000000}"/>
          </ac:spMkLst>
        </pc:spChg>
        <pc:spChg chg="del mod">
          <ac:chgData name="Kawaguchi, Kaho [JANJP]" userId="S::kkawagu4@its.jnj.com::b518f2b9-089e-44f2-a678-3f5f62bb0b41" providerId="AD" clId="Web-{17A04573-6427-CF3B-9CFF-CE7EB5DAD913}" dt="2026-10-15T03:17:52.062" v="135"/>
          <ac:spMkLst>
            <pc:docMk/>
            <pc:sldMk cId="0" sldId="270"/>
            <ac:spMk id="131" creationId="{00000000-0000-0000-0000-000000000000}"/>
          </ac:spMkLst>
        </pc:spChg>
        <pc:spChg chg="add del">
          <ac:chgData name="Kawaguchi, Kaho [JANJP]" userId="S::kkawagu4@its.jnj.com::b518f2b9-089e-44f2-a678-3f5f62bb0b41" providerId="AD" clId="Web-{17A04573-6427-CF3B-9CFF-CE7EB5DAD913}" dt="2026-10-15T03:17:52.062" v="135"/>
          <ac:spMkLst>
            <pc:docMk/>
            <pc:sldMk cId="0" sldId="270"/>
            <ac:spMk id="136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11:44.598" v="134"/>
          <ac:spMkLst>
            <pc:docMk/>
            <pc:sldMk cId="0" sldId="270"/>
            <ac:spMk id="140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11:44.598" v="134"/>
          <ac:spMkLst>
            <pc:docMk/>
            <pc:sldMk cId="0" sldId="270"/>
            <ac:spMk id="142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4:49.355" v="181"/>
          <ac:spMkLst>
            <pc:docMk/>
            <pc:sldMk cId="0" sldId="270"/>
            <ac:spMk id="200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35:52.750" v="248" actId="20577"/>
          <ac:spMkLst>
            <pc:docMk/>
            <pc:sldMk cId="0" sldId="270"/>
            <ac:spMk id="201" creationId="{00000000-0000-0000-0000-000000000000}"/>
          </ac:spMkLst>
        </pc:spChg>
        <pc:spChg chg="del mod">
          <ac:chgData name="Kawaguchi, Kaho [JANJP]" userId="S::kkawagu4@its.jnj.com::b518f2b9-089e-44f2-a678-3f5f62bb0b41" providerId="AD" clId="Web-{17A04573-6427-CF3B-9CFF-CE7EB5DAD913}" dt="2026-10-15T03:35:03.639" v="232"/>
          <ac:spMkLst>
            <pc:docMk/>
            <pc:sldMk cId="0" sldId="270"/>
            <ac:spMk id="202" creationId="{00000000-0000-0000-0000-000000000000}"/>
          </ac:spMkLst>
        </pc:spChg>
        <pc:spChg chg="del mod">
          <ac:chgData name="Kawaguchi, Kaho [JANJP]" userId="S::kkawagu4@its.jnj.com::b518f2b9-089e-44f2-a678-3f5f62bb0b41" providerId="AD" clId="Web-{17A04573-6427-CF3B-9CFF-CE7EB5DAD913}" dt="2026-10-15T03:35:01.733" v="231"/>
          <ac:spMkLst>
            <pc:docMk/>
            <pc:sldMk cId="0" sldId="270"/>
            <ac:spMk id="203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6:35.671" v="190"/>
          <ac:spMkLst>
            <pc:docMk/>
            <pc:sldMk cId="0" sldId="270"/>
            <ac:spMk id="204" creationId="{00000000-0000-0000-0000-000000000000}"/>
          </ac:spMkLst>
        </pc:spChg>
        <pc:spChg chg="add mod">
          <ac:chgData name="Kawaguchi, Kaho [JANJP]" userId="S::kkawagu4@its.jnj.com::b518f2b9-089e-44f2-a678-3f5f62bb0b41" providerId="AD" clId="Web-{17A04573-6427-CF3B-9CFF-CE7EB5DAD913}" dt="2026-10-15T06:12:30.811" v="386" actId="20577"/>
          <ac:spMkLst>
            <pc:docMk/>
            <pc:sldMk cId="0" sldId="270"/>
            <ac:spMk id="205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6:53.812" v="193"/>
          <ac:spMkLst>
            <pc:docMk/>
            <pc:sldMk cId="0" sldId="270"/>
            <ac:spMk id="206" creationId="{00000000-0000-0000-0000-000000000000}"/>
          </ac:spMkLst>
        </pc:spChg>
        <pc:spChg chg="add mod">
          <ac:chgData name="Kawaguchi, Kaho [JANJP]" userId="S::kkawagu4@its.jnj.com::b518f2b9-089e-44f2-a678-3f5f62bb0b41" providerId="AD" clId="Web-{17A04573-6427-CF3B-9CFF-CE7EB5DAD913}" dt="2026-10-15T06:12:37.155" v="389" actId="20577"/>
          <ac:spMkLst>
            <pc:docMk/>
            <pc:sldMk cId="0" sldId="270"/>
            <ac:spMk id="207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490" v="144"/>
          <ac:spMkLst>
            <pc:docMk/>
            <pc:sldMk cId="0" sldId="270"/>
            <ac:spMk id="212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490" v="145"/>
          <ac:spMkLst>
            <pc:docMk/>
            <pc:sldMk cId="0" sldId="270"/>
            <ac:spMk id="214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490" v="146"/>
          <ac:spMkLst>
            <pc:docMk/>
            <pc:sldMk cId="0" sldId="270"/>
            <ac:spMk id="216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490" v="147"/>
          <ac:spMkLst>
            <pc:docMk/>
            <pc:sldMk cId="0" sldId="270"/>
            <ac:spMk id="218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490" v="148"/>
          <ac:spMkLst>
            <pc:docMk/>
            <pc:sldMk cId="0" sldId="270"/>
            <ac:spMk id="220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490" v="149"/>
          <ac:spMkLst>
            <pc:docMk/>
            <pc:sldMk cId="0" sldId="270"/>
            <ac:spMk id="222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490" v="150"/>
          <ac:spMkLst>
            <pc:docMk/>
            <pc:sldMk cId="0" sldId="270"/>
            <ac:spMk id="223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31:24.445" v="211"/>
          <ac:spMkLst>
            <pc:docMk/>
            <pc:sldMk cId="0" sldId="270"/>
            <ac:spMk id="224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31:48.899" v="214" actId="20577"/>
          <ac:spMkLst>
            <pc:docMk/>
            <pc:sldMk cId="0" sldId="270"/>
            <ac:spMk id="225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490" v="152"/>
          <ac:spMkLst>
            <pc:docMk/>
            <pc:sldMk cId="0" sldId="270"/>
            <ac:spMk id="226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31:11.414" v="210"/>
          <ac:spMkLst>
            <pc:docMk/>
            <pc:sldMk cId="0" sldId="270"/>
            <ac:spMk id="227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31:52.758" v="215" actId="20577"/>
          <ac:spMkLst>
            <pc:docMk/>
            <pc:sldMk cId="0" sldId="270"/>
            <ac:spMk id="228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490" v="154"/>
          <ac:spMkLst>
            <pc:docMk/>
            <pc:sldMk cId="0" sldId="270"/>
            <ac:spMk id="229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5:46:08.745" v="292"/>
          <ac:spMkLst>
            <pc:docMk/>
            <pc:sldMk cId="0" sldId="270"/>
            <ac:spMk id="230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31:55.884" v="216" actId="20577"/>
          <ac:spMkLst>
            <pc:docMk/>
            <pc:sldMk cId="0" sldId="270"/>
            <ac:spMk id="231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505" v="156"/>
          <ac:spMkLst>
            <pc:docMk/>
            <pc:sldMk cId="0" sldId="270"/>
            <ac:spMk id="232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5:38:28.104" v="269"/>
          <ac:spMkLst>
            <pc:docMk/>
            <pc:sldMk cId="0" sldId="270"/>
            <ac:spMk id="233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5:43:48.995" v="283" actId="1076"/>
          <ac:spMkLst>
            <pc:docMk/>
            <pc:sldMk cId="0" sldId="270"/>
            <ac:spMk id="234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505" v="158"/>
          <ac:spMkLst>
            <pc:docMk/>
            <pc:sldMk cId="0" sldId="270"/>
            <ac:spMk id="235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5:37:06.666" v="257"/>
          <ac:spMkLst>
            <pc:docMk/>
            <pc:sldMk cId="0" sldId="270"/>
            <ac:spMk id="236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5:37:12.806" v="258"/>
          <ac:spMkLst>
            <pc:docMk/>
            <pc:sldMk cId="0" sldId="270"/>
            <ac:spMk id="237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5:37:17.431" v="259"/>
          <ac:spMkLst>
            <pc:docMk/>
            <pc:sldMk cId="0" sldId="270"/>
            <ac:spMk id="238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5:46:13.823" v="293"/>
          <ac:spMkLst>
            <pc:docMk/>
            <pc:sldMk cId="0" sldId="270"/>
            <ac:spMk id="239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5:44:36.870" v="287"/>
          <ac:spMkLst>
            <pc:docMk/>
            <pc:sldMk cId="0" sldId="270"/>
            <ac:spMk id="240" creationId="{00000000-0000-0000-0000-000000000000}"/>
          </ac:spMkLst>
        </pc:spChg>
        <pc:spChg chg="add del mod">
          <ac:chgData name="Kawaguchi, Kaho [JANJP]" userId="S::kkawagu4@its.jnj.com::b518f2b9-089e-44f2-a678-3f5f62bb0b41" providerId="AD" clId="Web-{17A04573-6427-CF3B-9CFF-CE7EB5DAD913}" dt="2026-10-15T06:01:56.950" v="330"/>
          <ac:spMkLst>
            <pc:docMk/>
            <pc:sldMk cId="0" sldId="270"/>
            <ac:spMk id="241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505" v="160"/>
          <ac:spMkLst>
            <pc:docMk/>
            <pc:sldMk cId="0" sldId="270"/>
            <ac:spMk id="246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505" v="161"/>
          <ac:spMkLst>
            <pc:docMk/>
            <pc:sldMk cId="0" sldId="270"/>
            <ac:spMk id="248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505" v="162"/>
          <ac:spMkLst>
            <pc:docMk/>
            <pc:sldMk cId="0" sldId="270"/>
            <ac:spMk id="250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505" v="163"/>
          <ac:spMkLst>
            <pc:docMk/>
            <pc:sldMk cId="0" sldId="270"/>
            <ac:spMk id="252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505" v="164"/>
          <ac:spMkLst>
            <pc:docMk/>
            <pc:sldMk cId="0" sldId="270"/>
            <ac:spMk id="254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505" v="165"/>
          <ac:spMkLst>
            <pc:docMk/>
            <pc:sldMk cId="0" sldId="270"/>
            <ac:spMk id="256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505" v="166"/>
          <ac:spMkLst>
            <pc:docMk/>
            <pc:sldMk cId="0" sldId="270"/>
            <ac:spMk id="257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9:09.738" v="203"/>
          <ac:spMkLst>
            <pc:docMk/>
            <pc:sldMk cId="0" sldId="270"/>
            <ac:spMk id="258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36:21.907" v="249" actId="20577"/>
          <ac:spMkLst>
            <pc:docMk/>
            <pc:sldMk cId="0" sldId="270"/>
            <ac:spMk id="259" creationId="{00000000-0000-0000-0000-000000000000}"/>
          </ac:spMkLst>
        </pc:spChg>
        <pc:spChg chg="add mod">
          <ac:chgData name="Kawaguchi, Kaho [JANJP]" userId="S::kkawagu4@its.jnj.com::b518f2b9-089e-44f2-a678-3f5f62bb0b41" providerId="AD" clId="Web-{17A04573-6427-CF3B-9CFF-CE7EB5DAD913}" dt="2026-10-15T03:21:09.505" v="168"/>
          <ac:spMkLst>
            <pc:docMk/>
            <pc:sldMk cId="0" sldId="270"/>
            <ac:spMk id="260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30:07.146" v="206"/>
          <ac:spMkLst>
            <pc:docMk/>
            <pc:sldMk cId="0" sldId="270"/>
            <ac:spMk id="261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32:58.885" v="221" actId="20577"/>
          <ac:spMkLst>
            <pc:docMk/>
            <pc:sldMk cId="0" sldId="270"/>
            <ac:spMk id="262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505" v="170"/>
          <ac:spMkLst>
            <pc:docMk/>
            <pc:sldMk cId="0" sldId="270"/>
            <ac:spMk id="263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5:44:52.292" v="288"/>
          <ac:spMkLst>
            <pc:docMk/>
            <pc:sldMk cId="0" sldId="270"/>
            <ac:spMk id="264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32:46.901" v="219" actId="20577"/>
          <ac:spMkLst>
            <pc:docMk/>
            <pc:sldMk cId="0" sldId="270"/>
            <ac:spMk id="265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505" v="172"/>
          <ac:spMkLst>
            <pc:docMk/>
            <pc:sldMk cId="0" sldId="270"/>
            <ac:spMk id="266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5:45:34.995" v="290"/>
          <ac:spMkLst>
            <pc:docMk/>
            <pc:sldMk cId="0" sldId="270"/>
            <ac:spMk id="267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32:54.010" v="220" actId="20577"/>
          <ac:spMkLst>
            <pc:docMk/>
            <pc:sldMk cId="0" sldId="270"/>
            <ac:spMk id="268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505" v="174"/>
          <ac:spMkLst>
            <pc:docMk/>
            <pc:sldMk cId="0" sldId="270"/>
            <ac:spMk id="269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5:37:33.635" v="262"/>
          <ac:spMkLst>
            <pc:docMk/>
            <pc:sldMk cId="0" sldId="270"/>
            <ac:spMk id="270" creationId="{00000000-0000-0000-0000-000000000000}"/>
          </ac:spMkLst>
        </pc:spChg>
        <pc:spChg chg="add mod">
          <ac:chgData name="Kawaguchi, Kaho [JANJP]" userId="S::kkawagu4@its.jnj.com::b518f2b9-089e-44f2-a678-3f5f62bb0b41" providerId="AD" clId="Web-{17A04573-6427-CF3B-9CFF-CE7EB5DAD913}" dt="2026-10-15T05:37:37.119" v="263"/>
          <ac:spMkLst>
            <pc:docMk/>
            <pc:sldMk cId="0" sldId="270"/>
            <ac:spMk id="271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5:37:39.931" v="264"/>
          <ac:spMkLst>
            <pc:docMk/>
            <pc:sldMk cId="0" sldId="270"/>
            <ac:spMk id="272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5:44:55.026" v="289"/>
          <ac:spMkLst>
            <pc:docMk/>
            <pc:sldMk cId="0" sldId="270"/>
            <ac:spMk id="273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5:45:39.839" v="291"/>
          <ac:spMkLst>
            <pc:docMk/>
            <pc:sldMk cId="0" sldId="270"/>
            <ac:spMk id="274" creationId="{00000000-0000-0000-0000-000000000000}"/>
          </ac:spMkLst>
        </pc:spChg>
        <pc:spChg chg="del mod">
          <ac:chgData name="Kawaguchi, Kaho [JANJP]" userId="S::kkawagu4@its.jnj.com::b518f2b9-089e-44f2-a678-3f5f62bb0b41" providerId="AD" clId="Web-{17A04573-6427-CF3B-9CFF-CE7EB5DAD913}" dt="2026-10-15T05:59:10.809" v="329"/>
          <ac:spMkLst>
            <pc:docMk/>
            <pc:sldMk cId="0" sldId="270"/>
            <ac:spMk id="275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505" v="176"/>
          <ac:spMkLst>
            <pc:docMk/>
            <pc:sldMk cId="0" sldId="270"/>
            <ac:spMk id="276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3:21:09.521" v="177"/>
          <ac:spMkLst>
            <pc:docMk/>
            <pc:sldMk cId="0" sldId="270"/>
            <ac:spMk id="277" creationId="{00000000-0000-0000-0000-000000000000}"/>
          </ac:spMkLst>
        </pc:spChg>
        <pc:spChg chg="add mod">
          <ac:chgData name="Kawaguchi, Kaho [JANJP]" userId="S::kkawagu4@its.jnj.com::b518f2b9-089e-44f2-a678-3f5f62bb0b41" providerId="AD" clId="Web-{17A04573-6427-CF3B-9CFF-CE7EB5DAD913}" dt="2026-10-15T05:38:54.760" v="271" actId="20577"/>
          <ac:spMkLst>
            <pc:docMk/>
            <pc:sldMk cId="0" sldId="270"/>
            <ac:spMk id="279" creationId="{00000000-0000-0000-0000-000000000000}"/>
          </ac:spMkLst>
        </pc:spChg>
        <pc:spChg chg="add del">
          <ac:chgData name="Kawaguchi, Kaho [JANJP]" userId="S::kkawagu4@its.jnj.com::b518f2b9-089e-44f2-a678-3f5f62bb0b41" providerId="AD" clId="Web-{17A04573-6427-CF3B-9CFF-CE7EB5DAD913}" dt="2026-10-15T06:01:56.950" v="330"/>
          <ac:spMkLst>
            <pc:docMk/>
            <pc:sldMk cId="0" sldId="270"/>
            <ac:spMk id="280" creationId="{00000000-0000-0000-0000-000000000000}"/>
          </ac:spMkLst>
        </pc:spChg>
        <pc:spChg chg="add del">
          <ac:chgData name="Kawaguchi, Kaho [JANJP]" userId="S::kkawagu4@its.jnj.com::b518f2b9-089e-44f2-a678-3f5f62bb0b41" providerId="AD" clId="Web-{17A04573-6427-CF3B-9CFF-CE7EB5DAD913}" dt="2026-10-15T06:01:56.950" v="330"/>
          <ac:spMkLst>
            <pc:docMk/>
            <pc:sldMk cId="0" sldId="270"/>
            <ac:spMk id="281" creationId="{00000000-0000-0000-0000-000000000000}"/>
          </ac:spMkLst>
        </pc:spChg>
        <pc:spChg chg="add del">
          <ac:chgData name="Kawaguchi, Kaho [JANJP]" userId="S::kkawagu4@its.jnj.com::b518f2b9-089e-44f2-a678-3f5f62bb0b41" providerId="AD" clId="Web-{17A04573-6427-CF3B-9CFF-CE7EB5DAD913}" dt="2026-10-15T06:01:56.950" v="330"/>
          <ac:spMkLst>
            <pc:docMk/>
            <pc:sldMk cId="0" sldId="270"/>
            <ac:spMk id="282" creationId="{00000000-0000-0000-0000-000000000000}"/>
          </ac:spMkLst>
        </pc:spChg>
        <pc:spChg chg="add del">
          <ac:chgData name="Kawaguchi, Kaho [JANJP]" userId="S::kkawagu4@its.jnj.com::b518f2b9-089e-44f2-a678-3f5f62bb0b41" providerId="AD" clId="Web-{17A04573-6427-CF3B-9CFF-CE7EB5DAD913}" dt="2026-10-15T06:01:56.950" v="330"/>
          <ac:spMkLst>
            <pc:docMk/>
            <pc:sldMk cId="0" sldId="270"/>
            <ac:spMk id="283" creationId="{00000000-0000-0000-0000-000000000000}"/>
          </ac:spMkLst>
        </pc:spChg>
        <pc:spChg chg="del">
          <ac:chgData name="Kawaguchi, Kaho [JANJP]" userId="S::kkawagu4@its.jnj.com::b518f2b9-089e-44f2-a678-3f5f62bb0b41" providerId="AD" clId="Web-{17A04573-6427-CF3B-9CFF-CE7EB5DAD913}" dt="2026-10-15T06:01:56.950" v="330"/>
          <ac:spMkLst>
            <pc:docMk/>
            <pc:sldMk cId="0" sldId="270"/>
            <ac:spMk id="284" creationId="{00000000-0000-0000-0000-000000000000}"/>
          </ac:spMkLst>
        </pc:spChg>
        <pc:spChg chg="add del">
          <ac:chgData name="Kawaguchi, Kaho [JANJP]" userId="S::kkawagu4@its.jnj.com::b518f2b9-089e-44f2-a678-3f5f62bb0b41" providerId="AD" clId="Web-{17A04573-6427-CF3B-9CFF-CE7EB5DAD913}" dt="2026-10-15T06:01:56.950" v="330"/>
          <ac:spMkLst>
            <pc:docMk/>
            <pc:sldMk cId="0" sldId="270"/>
            <ac:spMk id="285" creationId="{00000000-0000-0000-0000-000000000000}"/>
          </ac:spMkLst>
        </pc:spChg>
        <pc:spChg chg="add del">
          <ac:chgData name="Kawaguchi, Kaho [JANJP]" userId="S::kkawagu4@its.jnj.com::b518f2b9-089e-44f2-a678-3f5f62bb0b41" providerId="AD" clId="Web-{17A04573-6427-CF3B-9CFF-CE7EB5DAD913}" dt="2026-10-15T06:01:56.950" v="330"/>
          <ac:spMkLst>
            <pc:docMk/>
            <pc:sldMk cId="0" sldId="270"/>
            <ac:spMk id="287" creationId="{00000000-0000-0000-0000-000000000000}"/>
          </ac:spMkLst>
        </pc:spChg>
        <pc:spChg chg="add del">
          <ac:chgData name="Kawaguchi, Kaho [JANJP]" userId="S::kkawagu4@its.jnj.com::b518f2b9-089e-44f2-a678-3f5f62bb0b41" providerId="AD" clId="Web-{17A04573-6427-CF3B-9CFF-CE7EB5DAD913}" dt="2026-10-15T06:01:56.950" v="330"/>
          <ac:spMkLst>
            <pc:docMk/>
            <pc:sldMk cId="0" sldId="270"/>
            <ac:spMk id="288" creationId="{00000000-0000-0000-0000-000000000000}"/>
          </ac:spMkLst>
        </pc:spChg>
        <pc:spChg chg="add del">
          <ac:chgData name="Kawaguchi, Kaho [JANJP]" userId="S::kkawagu4@its.jnj.com::b518f2b9-089e-44f2-a678-3f5f62bb0b41" providerId="AD" clId="Web-{17A04573-6427-CF3B-9CFF-CE7EB5DAD913}" dt="2026-10-15T06:01:56.950" v="330"/>
          <ac:spMkLst>
            <pc:docMk/>
            <pc:sldMk cId="0" sldId="270"/>
            <ac:spMk id="289" creationId="{00000000-0000-0000-0000-000000000000}"/>
          </ac:spMkLst>
        </pc:spChg>
      </pc:sldChg>
      <pc:sldChg chg="addSp modSp del">
        <pc:chgData name="Kawaguchi, Kaho [JANJP]" userId="S::kkawagu4@its.jnj.com::b518f2b9-089e-44f2-a678-3f5f62bb0b41" providerId="AD" clId="Web-{17A04573-6427-CF3B-9CFF-CE7EB5DAD913}" dt="2026-10-15T05:48:13.120" v="297"/>
        <pc:sldMkLst>
          <pc:docMk/>
          <pc:sldMk cId="0" sldId="271"/>
        </pc:sldMkLst>
        <pc:spChg chg="mod">
          <ac:chgData name="Kawaguchi, Kaho [JANJP]" userId="S::kkawagu4@its.jnj.com::b518f2b9-089e-44f2-a678-3f5f62bb0b41" providerId="AD" clId="Web-{17A04573-6427-CF3B-9CFF-CE7EB5DAD913}" dt="2026-10-15T01:00:00.721" v="4"/>
          <ac:spMkLst>
            <pc:docMk/>
            <pc:sldMk cId="0" sldId="271"/>
            <ac:spMk id="2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00:00.721" v="4"/>
          <ac:spMkLst>
            <pc:docMk/>
            <pc:sldMk cId="0" sldId="271"/>
            <ac:spMk id="3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17A04573-6427-CF3B-9CFF-CE7EB5DAD913}" dt="2026-10-15T01:00:00.721" v="4"/>
          <ac:spMkLst>
            <pc:docMk/>
            <pc:sldMk cId="0" sldId="271"/>
            <ac:spMk id="4" creationId="{00000000-0000-0000-0000-000000000000}"/>
          </ac:spMkLst>
        </pc:spChg>
        <pc:spChg chg="add">
          <ac:chgData name="Kawaguchi, Kaho [JANJP]" userId="S::kkawagu4@its.jnj.com::b518f2b9-089e-44f2-a678-3f5f62bb0b41" providerId="AD" clId="Web-{17A04573-6427-CF3B-9CFF-CE7EB5DAD913}" dt="2026-10-15T01:00:00.721" v="4"/>
          <ac:spMkLst>
            <pc:docMk/>
            <pc:sldMk cId="0" sldId="271"/>
            <ac:spMk id="55" creationId="{00000000-0000-0000-0000-000000000000}"/>
          </ac:spMkLst>
        </pc:spChg>
      </pc:sldChg>
    </pc:docChg>
  </pc:docChgLst>
  <pc:docChgLst>
    <pc:chgData name="Kawaguchi, Kaho [JANJP]" userId="S::kkawagu4@its.jnj.com::b518f2b9-089e-44f2-a678-3f5f62bb0b41" providerId="AD" clId="Web-{098E5AF1-CF5F-A59A-D380-F89B2E63168C}"/>
    <pc:docChg chg="modSld">
      <pc:chgData name="Kawaguchi, Kaho [JANJP]" userId="S::kkawagu4@its.jnj.com::b518f2b9-089e-44f2-a678-3f5f62bb0b41" providerId="AD" clId="Web-{098E5AF1-CF5F-A59A-D380-F89B2E63168C}" dt="2026-10-15T00:20:43.512" v="5" actId="20577"/>
      <pc:docMkLst>
        <pc:docMk/>
      </pc:docMkLst>
      <pc:sldChg chg="modSp">
        <pc:chgData name="Kawaguchi, Kaho [JANJP]" userId="S::kkawagu4@its.jnj.com::b518f2b9-089e-44f2-a678-3f5f62bb0b41" providerId="AD" clId="Web-{098E5AF1-CF5F-A59A-D380-F89B2E63168C}" dt="2026-10-15T00:20:43.512" v="5" actId="20577"/>
        <pc:sldMkLst>
          <pc:docMk/>
          <pc:sldMk cId="0" sldId="256"/>
        </pc:sldMkLst>
        <pc:spChg chg="mod">
          <ac:chgData name="Kawaguchi, Kaho [JANJP]" userId="S::kkawagu4@its.jnj.com::b518f2b9-089e-44f2-a678-3f5f62bb0b41" providerId="AD" clId="Web-{098E5AF1-CF5F-A59A-D380-F89B2E63168C}" dt="2026-10-15T00:20:04.651" v="0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Kawaguchi, Kaho [JANJP]" userId="S::kkawagu4@its.jnj.com::b518f2b9-089e-44f2-a678-3f5f62bb0b41" providerId="AD" clId="Web-{098E5AF1-CF5F-A59A-D380-F89B2E63168C}" dt="2026-10-15T00:20:43.512" v="5" actId="20577"/>
          <ac:spMkLst>
            <pc:docMk/>
            <pc:sldMk cId="0" sldId="256"/>
            <ac:spMk id="1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9791"/>
          </a:solidFill>
          <a:ln>
            <a:solidFill>
              <a:srgbClr val="50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1">
                <a:solidFill>
                  <a:srgbClr val="509791"/>
                </a:solidFill>
                <a:latin typeface="Yu Gothic"/>
              </a:defRPr>
            </a:pPr>
            <a:r>
              <a:t>妊活・体外受精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332720" cy="615553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>
              <a:defRPr sz="3400" b="1">
                <a:solidFill>
                  <a:srgbClr val="23354F"/>
                </a:solidFill>
                <a:latin typeface="Yu Gothic"/>
              </a:defRPr>
            </a:pPr>
            <a:r>
              <a:rPr lang="ja-JP"/>
              <a:t>スケジュールと費用</a:t>
            </a:r>
            <a:endParaRPr lang="en-US">
              <a:ea typeface="Yu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9875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0">
                <a:solidFill>
                  <a:srgbClr val="323A44"/>
                </a:solidFill>
                <a:latin typeface="Yu Gothic"/>
              </a:defRPr>
            </a:pPr>
            <a:r>
              <a:t>初診・検査 → 採卵1回 → 凍結胚移植2回を想定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60520"/>
            <a:ext cx="49377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4370832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646F7B"/>
                </a:solidFill>
                <a:latin typeface="Yu Gothic"/>
              </a:defRPr>
            </a:pPr>
            <a:r>
              <a:t>想定期間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690872"/>
            <a:ext cx="4480560" cy="40011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>
              <a:defRPr sz="2000" b="1">
                <a:solidFill>
                  <a:srgbClr val="23354F"/>
                </a:solidFill>
                <a:latin typeface="Yu Gothic"/>
              </a:defRPr>
            </a:pPr>
            <a:r>
              <a:rPr lang="ja-JP">
                <a:ea typeface="ＭＳ Ｐゴシック"/>
              </a:rPr>
              <a:t>開始から</a:t>
            </a:r>
            <a:r>
              <a:rPr lang="ja-JP" altLang="en-US">
                <a:ea typeface="ＭＳ Ｐゴシック"/>
              </a:rPr>
              <a:t>妊娠まで</a:t>
            </a:r>
            <a:r>
              <a:rPr lang="ja-JP">
                <a:ea typeface="ＭＳ Ｐゴシック"/>
              </a:rPr>
              <a:t>約</a:t>
            </a:r>
            <a:r>
              <a:rPr lang="en-US" altLang="ja-JP">
                <a:ea typeface="ＭＳ Ｐゴシック"/>
              </a:rPr>
              <a:t>4</a:t>
            </a:r>
            <a:r>
              <a:rPr lang="en-US">
                <a:ea typeface="Yu Gothic"/>
              </a:rPr>
              <a:t>〜7</a:t>
            </a:r>
            <a:r>
              <a:t>か月</a:t>
            </a:r>
            <a:endParaRPr lang="ja-JP" altLang="en-US">
              <a:ea typeface="ＭＳ Ｐゴシック" panose="020B0600070205080204" pitchFamily="34" charset="-128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89320" y="4160520"/>
            <a:ext cx="52578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36208" y="4370832"/>
            <a:ext cx="4663440" cy="276999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>
              <a:defRPr sz="1200" b="1">
                <a:solidFill>
                  <a:srgbClr val="646F7B"/>
                </a:solidFill>
                <a:latin typeface="Yu Gothic"/>
              </a:defRPr>
            </a:pPr>
            <a:r>
              <a:rPr err="1"/>
              <a:t>費用の目安</a:t>
            </a:r>
            <a:r>
              <a:rPr lang="en-US"/>
              <a:t>（</a:t>
            </a:r>
            <a:r>
              <a:rPr lang="ja-JP" altLang="en-US">
                <a:ea typeface="ＭＳ Ｐゴシック"/>
              </a:rPr>
              <a:t>実質負担</a:t>
            </a:r>
            <a:r>
              <a:rPr lang="en-US"/>
              <a:t>）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36208" y="4690872"/>
            <a:ext cx="4663440" cy="400110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>
              <a:defRPr sz="2000" b="1">
                <a:solidFill>
                  <a:srgbClr val="23354F"/>
                </a:solidFill>
                <a:latin typeface="Yu Gothic"/>
              </a:defRPr>
            </a:pPr>
            <a:r>
              <a:rPr lang="ja-JP" altLang="en-US" sz="2000">
                <a:solidFill>
                  <a:srgbClr val="23354F"/>
                </a:solidFill>
                <a:ea typeface="ＭＳ Ｐゴシック"/>
              </a:rPr>
              <a:t>約2万</a:t>
            </a:r>
            <a:r>
              <a:rPr lang="en-US" sz="2000">
                <a:solidFill>
                  <a:srgbClr val="23354F"/>
                </a:solidFill>
              </a:rPr>
              <a:t>〜5万円</a:t>
            </a:r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646F7B"/>
                </a:solidFill>
                <a:latin typeface="Yu Gothic"/>
              </a:defRPr>
            </a:pPr>
            <a:r>
              <a:t>※制度・料金・治療経過により変動。2026年10月時点の制度情報をもとにした計画用資料。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85800"/>
            <a:ext cx="47625" cy="3199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13732"/>
            <a:ext cx="3505200" cy="2207716"/>
          </a:xfrm>
          <a:prstGeom prst="roundRect">
            <a:avLst>
              <a:gd name="adj" fmla="val 5177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713732"/>
            <a:ext cx="3505200" cy="2207716"/>
          </a:xfrm>
          <a:prstGeom prst="roundRect">
            <a:avLst>
              <a:gd name="adj" fmla="val 5177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713732"/>
            <a:ext cx="3505200" cy="2207716"/>
          </a:xfrm>
          <a:prstGeom prst="roundRect">
            <a:avLst>
              <a:gd name="adj" fmla="val 5177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713732"/>
            <a:ext cx="3505200" cy="381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43400" y="2713732"/>
            <a:ext cx="3505200" cy="38100"/>
          </a:xfrm>
          <a:prstGeom prst="rect">
            <a:avLst/>
          </a:prstGeom>
          <a:solidFill>
            <a:srgbClr val="3197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77200" y="2713732"/>
            <a:ext cx="3505200" cy="38100"/>
          </a:xfrm>
          <a:prstGeom prst="rect">
            <a:avLst/>
          </a:prstGeom>
          <a:solidFill>
            <a:srgbClr val="D69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86786"/>
            <a:ext cx="237083" cy="24449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086786"/>
            <a:ext cx="237083" cy="24449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086786"/>
            <a:ext cx="237083" cy="2444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B6CB0"/>
                </a:solidFill>
                <a:latin typeface="Noto Sans JP"/>
              </a:rPr>
              <a:t>STRATEGY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85800"/>
            <a:ext cx="114300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A365D"/>
                </a:solidFill>
                <a:latin typeface="Noto Sans JP"/>
              </a:rPr>
              <a:t>基本方針と短期集中アプローチ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13832"/>
            <a:ext cx="38004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D3748"/>
                </a:solidFill>
                <a:latin typeface="Noto Sans JP"/>
              </a:rPr>
              <a:t>休薬後即スタート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5307"/>
            <a:ext cx="29908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A5568"/>
                </a:solidFill>
                <a:latin typeface="Noto Sans JP"/>
              </a:rPr>
              <a:t>ジエノゲスト中止後の最初の消退出血（生理）からすぐに治療を開始。自然排卵を長期間待たず効率的に進行。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513832"/>
            <a:ext cx="38004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D3748"/>
                </a:solidFill>
                <a:latin typeface="Noto Sans JP"/>
              </a:rPr>
              <a:t>採卵1回・移植2回目標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200" y="3885307"/>
            <a:ext cx="29908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A5568"/>
                </a:solidFill>
                <a:latin typeface="Noto Sans JP"/>
              </a:rPr>
              <a:t>高刺激・中刺激で1回の採卵にて複数個の良好胚を確保。全胚凍結し、2回の凍結胚移植へつなげる。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3513832"/>
            <a:ext cx="38004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D3748"/>
                </a:solidFill>
                <a:latin typeface="Noto Sans JP"/>
              </a:rPr>
              <a:t>仕事と両立しやすい選択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0" y="3885307"/>
            <a:ext cx="29908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A5568"/>
                </a:solidFill>
                <a:latin typeface="Noto Sans JP"/>
              </a:rPr>
              <a:t>移植周期は「ホルモン補充周期」を選択。通院日と移植日を事前に固定化し仕事調整を容易に。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Title"/>
          <p:cNvSpPr txBox="1"/>
          <p:nvPr/>
        </p:nvSpPr>
        <p:spPr>
          <a:xfrm>
            <a:off x="762000" y="685800"/>
            <a:ext cx="1143000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ja-JP" altLang="en-US" sz="2100" b="1" i="0" u="none">
                <a:solidFill>
                  <a:srgbClr val="1A365D"/>
                </a:solidFill>
                <a:latin typeface="Noto Sans JP"/>
              </a:rPr>
              <a:t>全体スケジュール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88136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46F7B"/>
                </a:solidFill>
                <a:latin typeface="Yu Gothic"/>
              </a:defRPr>
            </a:pPr>
            <a:r>
              <a:t>ジエノゲスト中止前に相談を始め、採卵後は凍結胚移植を2回行う想定</a:t>
            </a:r>
          </a:p>
        </p:txBody>
      </p:sp>
      <p:sp>
        <p:nvSpPr>
          <p:cNvPr id="4" name="Header Accent"/>
          <p:cNvSpPr/>
          <p:nvPr/>
        </p:nvSpPr>
        <p:spPr>
          <a:xfrm>
            <a:off x="609600" y="685800"/>
            <a:ext cx="47625" cy="3199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646F7B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645920"/>
            <a:ext cx="2139696" cy="475488"/>
          </a:xfrm>
          <a:prstGeom prst="roundRect">
            <a:avLst>
              <a:gd name="adj" fmla="val 12000"/>
            </a:avLst>
          </a:prstGeom>
          <a:solidFill>
            <a:srgbClr val="9CB9D4"/>
          </a:solidFill>
          <a:ln>
            <a:solidFill>
              <a:srgbClr val="9CB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3" y="1737360"/>
            <a:ext cx="1993391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163450"/>
                </a:solidFill>
                <a:latin typeface="Yu Gothic"/>
              </a:defRPr>
            </a:pPr>
            <a:r>
              <a:t>開始前</a:t>
            </a:r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530352" y="2240280"/>
            <a:ext cx="2139696" cy="196596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414016"/>
            <a:ext cx="1920239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40658A"/>
                </a:solidFill>
                <a:latin typeface="Yu Gothic"/>
              </a:defRPr>
            </a:pPr>
            <a:r>
              <a:t>2〜4週間前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0080" y="3110853"/>
            <a:ext cx="1920239" cy="553998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spAutoFit/>
          </a:bodyPr>
          <a:lstStyle/>
          <a:p>
            <a:pPr algn="ctr">
              <a:defRPr sz="1500" b="1">
                <a:solidFill>
                  <a:srgbClr val="323A44"/>
                </a:solidFill>
                <a:latin typeface="Yu Gothic"/>
              </a:defRPr>
            </a:pPr>
            <a:r>
              <a:rPr err="1"/>
              <a:t>初診・検査</a:t>
            </a:r>
            <a:endParaRPr lang="en-US" err="1"/>
          </a:p>
          <a:p>
            <a:pPr algn="ctr">
              <a:defRPr sz="1500" b="1">
                <a:solidFill>
                  <a:srgbClr val="323A44"/>
                </a:solidFill>
                <a:latin typeface="Yu Gothic"/>
              </a:defRPr>
            </a:pPr>
            <a:r>
              <a:rPr err="1"/>
              <a:t>治療方針を相談</a:t>
            </a:r>
            <a:endParaRPr err="1">
              <a:ea typeface="Yu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79191" y="2816352"/>
            <a:ext cx="14630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400" b="1">
                <a:solidFill>
                  <a:srgbClr val="646F7B"/>
                </a:solidFill>
                <a:latin typeface="Yu Gothic"/>
              </a:defRPr>
            </a:pPr>
            <a: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645920"/>
            <a:ext cx="2139696" cy="475488"/>
          </a:xfrm>
          <a:prstGeom prst="roundRect">
            <a:avLst>
              <a:gd name="adj" fmla="val 12000"/>
            </a:avLst>
          </a:prstGeom>
          <a:solidFill>
            <a:srgbClr val="7095B8"/>
          </a:solidFill>
          <a:ln>
            <a:solidFill>
              <a:srgbClr val="709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07792" y="1737360"/>
            <a:ext cx="1993391" cy="323165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ctr">
              <a:defRPr sz="1500" b="1">
                <a:solidFill>
                  <a:srgbClr val="163450"/>
                </a:solidFill>
                <a:latin typeface="Yu Gothic"/>
              </a:defRPr>
            </a:pPr>
            <a:r>
              <a:rPr lang="en-US" altLang="ja-JP">
                <a:solidFill>
                  <a:srgbClr val="163450"/>
                </a:solidFill>
                <a:ea typeface="Yu Gothic"/>
              </a:rPr>
              <a:t>2〜4</a:t>
            </a:r>
            <a:r>
              <a:rPr lang="ja-JP">
                <a:solidFill>
                  <a:srgbClr val="163450"/>
                </a:solidFill>
                <a:ea typeface="Yu Gothic"/>
              </a:rPr>
              <a:t>か月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240280"/>
            <a:ext cx="2139696" cy="1965960"/>
          </a:xfrm>
          <a:prstGeom prst="roundRect">
            <a:avLst>
              <a:gd name="adj" fmla="val 12000"/>
            </a:avLst>
          </a:prstGeom>
          <a:solidFill>
            <a:srgbClr val="E3EDF6"/>
          </a:solidFill>
          <a:ln>
            <a:solidFill>
              <a:srgbClr val="E3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44368" y="2414016"/>
            <a:ext cx="1920239" cy="276999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ctr">
              <a:defRPr sz="1200" b="1">
                <a:solidFill>
                  <a:srgbClr val="355B80"/>
                </a:solidFill>
                <a:latin typeface="Yu Gothic"/>
              </a:defRPr>
            </a:pPr>
            <a:r>
              <a:rPr lang="ja-JP"/>
              <a:t>ジエノゲスト中止後</a:t>
            </a:r>
            <a:endParaRPr lang="en-US">
              <a:ea typeface="Yu Gothi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44368" y="3110853"/>
            <a:ext cx="1920239" cy="553998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spAutoFit/>
          </a:bodyPr>
          <a:lstStyle/>
          <a:p>
            <a:pPr algn="ctr">
              <a:defRPr sz="1500" b="1">
                <a:solidFill>
                  <a:srgbClr val="323A44"/>
                </a:solidFill>
                <a:latin typeface="Yu Gothic"/>
              </a:defRPr>
            </a:pPr>
            <a:r>
              <a:rPr lang="ja-JP">
                <a:ea typeface="Yu Gothic"/>
              </a:rPr>
              <a:t>卵巣の状態確認</a:t>
            </a:r>
            <a:endParaRPr lang="en-US" altLang="ja-JP">
              <a:ea typeface="Yu Gothic"/>
            </a:endParaRPr>
          </a:p>
          <a:p>
            <a:pPr algn="ctr">
              <a:defRPr sz="1500" b="1">
                <a:solidFill>
                  <a:srgbClr val="323A44"/>
                </a:solidFill>
                <a:latin typeface="Yu Gothic"/>
              </a:defRPr>
            </a:pPr>
            <a:r>
              <a:rPr lang="ja-JP">
                <a:ea typeface="Yu Gothic"/>
              </a:rPr>
              <a:t>刺激周期の準備</a:t>
            </a:r>
            <a:endParaRPr lang="en-US">
              <a:ea typeface="Yu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83479" y="2816352"/>
            <a:ext cx="14630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400" b="1">
                <a:solidFill>
                  <a:srgbClr val="646F7B"/>
                </a:solidFill>
                <a:latin typeface="Yu Gothic"/>
              </a:defRPr>
            </a:pPr>
            <a: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38928" y="1645920"/>
            <a:ext cx="2139696" cy="475488"/>
          </a:xfrm>
          <a:prstGeom prst="roundRect">
            <a:avLst>
              <a:gd name="adj" fmla="val 12000"/>
            </a:avLst>
          </a:prstGeom>
          <a:solidFill>
            <a:srgbClr val="4B7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1737360"/>
            <a:ext cx="1993391" cy="323165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rPr lang="en-US"/>
              <a:t>3〜5</a:t>
            </a:r>
            <a:r>
              <a:t>か月</a:t>
            </a:r>
            <a:endParaRPr lang="en-US">
              <a:ea typeface="Yu Gothi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138928" y="2240280"/>
            <a:ext cx="2139696" cy="1965960"/>
          </a:xfrm>
          <a:prstGeom prst="roundRect">
            <a:avLst>
              <a:gd name="adj" fmla="val 12000"/>
            </a:avLst>
          </a:prstGeom>
          <a:solidFill>
            <a:srgbClr val="CADBED"/>
          </a:solidFill>
          <a:ln>
            <a:solidFill>
              <a:srgbClr val="CA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48656" y="2414016"/>
            <a:ext cx="1920239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2D5278"/>
                </a:solidFill>
                <a:latin typeface="Yu Gothic"/>
              </a:defRPr>
            </a:pPr>
            <a:r>
              <a:t>採卵周期</a:t>
            </a:r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248656" y="3110853"/>
            <a:ext cx="1920239" cy="553998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spAutoFit/>
          </a:bodyPr>
          <a:lstStyle/>
          <a:p>
            <a:pPr algn="ctr">
              <a:defRPr sz="1500" b="1">
                <a:solidFill>
                  <a:srgbClr val="323A44"/>
                </a:solidFill>
                <a:latin typeface="Yu Gothic"/>
              </a:defRPr>
            </a:pPr>
            <a:r>
              <a:rPr err="1"/>
              <a:t>卵巣刺激</a:t>
            </a:r>
            <a:r>
              <a:t>・</a:t>
            </a:r>
            <a:r>
              <a:rPr lang="ja-JP">
                <a:ea typeface="Yu Gothic"/>
              </a:rPr>
              <a:t>採卵</a:t>
            </a:r>
            <a:endParaRPr lang="en-US" altLang="ja-JP">
              <a:ea typeface="Yu Gothic"/>
            </a:endParaRPr>
          </a:p>
          <a:p>
            <a:pPr algn="ctr">
              <a:defRPr sz="1500" b="1">
                <a:solidFill>
                  <a:srgbClr val="323A44"/>
                </a:solidFill>
                <a:latin typeface="Yu Gothic"/>
              </a:defRPr>
            </a:pPr>
            <a:r>
              <a:rPr lang="ja-JP">
                <a:ea typeface="Yu Gothic"/>
              </a:rPr>
              <a:t>受精</a:t>
            </a:r>
            <a:r>
              <a:t>・</a:t>
            </a:r>
            <a:r>
              <a:rPr err="1"/>
              <a:t>培養・凍結</a:t>
            </a:r>
            <a:endParaRPr lang="en-US" err="1">
              <a:ea typeface="Yu Gothi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287768" y="2816352"/>
            <a:ext cx="14630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400" b="1">
                <a:solidFill>
                  <a:srgbClr val="646F7B"/>
                </a:solidFill>
                <a:latin typeface="Yu Gothic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43216" y="1645920"/>
            <a:ext cx="2139696" cy="475488"/>
          </a:xfrm>
          <a:prstGeom prst="roundRect">
            <a:avLst>
              <a:gd name="adj" fmla="val 12000"/>
            </a:avLst>
          </a:prstGeom>
          <a:solidFill>
            <a:srgbClr val="2D5278"/>
          </a:solidFill>
          <a:ln>
            <a:solidFill>
              <a:srgbClr val="2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16368" y="1737360"/>
            <a:ext cx="1993391" cy="323165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rPr lang="en-US"/>
              <a:t>4〜6</a:t>
            </a:r>
            <a:r>
              <a:t>か月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43216" y="2240280"/>
            <a:ext cx="2139696" cy="1965960"/>
          </a:xfrm>
          <a:prstGeom prst="roundRect">
            <a:avLst>
              <a:gd name="adj" fmla="val 12000"/>
            </a:avLst>
          </a:prstGeom>
          <a:solidFill>
            <a:srgbClr val="AFC6DD"/>
          </a:solidFill>
          <a:ln>
            <a:solidFill>
              <a:srgbClr val="AFC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52944" y="2414016"/>
            <a:ext cx="1920239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24496E"/>
                </a:solidFill>
                <a:latin typeface="Yu Gothic"/>
              </a:defRPr>
            </a:pPr>
            <a:r>
              <a:t>移植1回目</a:t>
            </a:r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7552944" y="3110853"/>
            <a:ext cx="1920239" cy="553998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spAutoFit/>
          </a:bodyPr>
          <a:lstStyle/>
          <a:p>
            <a:pPr algn="ctr">
              <a:defRPr sz="1500" b="1">
                <a:solidFill>
                  <a:srgbClr val="323A44"/>
                </a:solidFill>
                <a:latin typeface="Yu Gothic"/>
              </a:defRPr>
            </a:pPr>
            <a:r>
              <a:rPr lang="ja-JP">
                <a:ea typeface="ＭＳ Ｐゴシック"/>
              </a:rPr>
              <a:t>凍結胚移植</a:t>
            </a:r>
            <a:endParaRPr lang="en-US" altLang="ja-JP">
              <a:ea typeface="ＭＳ Ｐゴシック"/>
            </a:endParaRPr>
          </a:p>
          <a:p>
            <a:pPr algn="ctr">
              <a:defRPr sz="1500" b="1">
                <a:solidFill>
                  <a:srgbClr val="323A44"/>
                </a:solidFill>
                <a:latin typeface="Yu Gothic"/>
              </a:defRPr>
            </a:pPr>
            <a:r>
              <a:rPr lang="ja-JP">
                <a:ea typeface="ＭＳ Ｐゴシック"/>
              </a:rPr>
              <a:t>妊娠判定</a:t>
            </a:r>
            <a:endParaRPr lang="en-US">
              <a:ea typeface="ＭＳ Ｐゴシック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592056" y="2816352"/>
            <a:ext cx="14630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400" b="1">
                <a:solidFill>
                  <a:srgbClr val="646F7B"/>
                </a:solidFill>
                <a:latin typeface="Yu Gothic"/>
              </a:defRPr>
            </a:pPr>
            <a: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47504" y="1645920"/>
            <a:ext cx="2139696" cy="475488"/>
          </a:xfrm>
          <a:prstGeom prst="roundRect">
            <a:avLst>
              <a:gd name="adj" fmla="val 12000"/>
            </a:avLst>
          </a:prstGeom>
          <a:solidFill>
            <a:srgbClr val="163450"/>
          </a:solidFill>
          <a:ln>
            <a:solidFill>
              <a:srgbClr val="16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20656" y="1737360"/>
            <a:ext cx="1993391" cy="323165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rPr lang="en-US"/>
              <a:t>5〜7</a:t>
            </a:r>
            <a:r>
              <a:t>か月</a:t>
            </a:r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9747504" y="2240280"/>
            <a:ext cx="2139696" cy="1965960"/>
          </a:xfrm>
          <a:prstGeom prst="roundRect">
            <a:avLst>
              <a:gd name="adj" fmla="val 12000"/>
            </a:avLst>
          </a:prstGeom>
          <a:solidFill>
            <a:srgbClr val="94B0CE"/>
          </a:solidFill>
          <a:ln>
            <a:solidFill>
              <a:srgbClr val="94B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57232" y="2414016"/>
            <a:ext cx="1920239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163450"/>
                </a:solidFill>
                <a:latin typeface="Yu Gothic"/>
              </a:defRPr>
            </a:pPr>
            <a:r>
              <a:t>移植2回目</a:t>
            </a:r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9857232" y="3110853"/>
            <a:ext cx="1920239" cy="553998"/>
          </a:xfrm>
          <a:prstGeom prst="rect">
            <a:avLst/>
          </a:prstGeom>
          <a:noFill/>
        </p:spPr>
        <p:txBody>
          <a:bodyPr wrap="square" lIns="45720" tIns="45720" rIns="45720" bIns="45720" anchor="ctr">
            <a:spAutoFit/>
          </a:bodyPr>
          <a:lstStyle/>
          <a:p>
            <a:pPr algn="ctr">
              <a:defRPr sz="1500" b="1">
                <a:solidFill>
                  <a:srgbClr val="323A44"/>
                </a:solidFill>
                <a:latin typeface="Yu Gothic"/>
              </a:defRPr>
            </a:pPr>
            <a:r>
              <a:rPr err="1">
                <a:solidFill>
                  <a:srgbClr val="323A44"/>
                </a:solidFill>
              </a:rPr>
              <a:t>次の凍結胚移植</a:t>
            </a:r>
            <a:endParaRPr lang="en-US">
              <a:solidFill>
                <a:srgbClr val="323A44"/>
              </a:solidFill>
              <a:ea typeface="Yu Gothic"/>
            </a:endParaRPr>
          </a:p>
          <a:p>
            <a:pPr algn="ctr">
              <a:defRPr sz="1500" b="1">
                <a:solidFill>
                  <a:srgbClr val="323A44"/>
                </a:solidFill>
                <a:latin typeface="Yu Gothic"/>
              </a:defRPr>
            </a:pPr>
            <a:r>
              <a:rPr err="1">
                <a:solidFill>
                  <a:srgbClr val="323A44"/>
                </a:solidFill>
              </a:rPr>
              <a:t>妊娠判定</a:t>
            </a:r>
            <a:endParaRPr>
              <a:solidFill>
                <a:srgbClr val="323A44"/>
              </a:solidFill>
              <a:ea typeface="Yu Gothic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21792" y="4590288"/>
            <a:ext cx="10972800" cy="123444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" y="4773168"/>
            <a:ext cx="10561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23354F"/>
                </a:solidFill>
                <a:latin typeface="Yu Gothic"/>
              </a:defRPr>
            </a:pPr>
            <a:r>
              <a:t>スケジュール上の注意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5102352"/>
            <a:ext cx="10515600" cy="58118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323A44"/>
                </a:solidFill>
                <a:latin typeface="Yu Gothic"/>
              </a:defRPr>
            </a:pPr>
            <a:r>
              <a:t>• 初回移植まで約</a:t>
            </a:r>
            <a:r>
              <a:rPr lang="en-US"/>
              <a:t>4〜6</a:t>
            </a:r>
            <a:r>
              <a:t>か月、2回目の判定まで約</a:t>
            </a:r>
            <a:r>
              <a:rPr lang="en-US"/>
              <a:t>5〜7</a:t>
            </a:r>
            <a:r>
              <a:t>か月が目安。</a:t>
            </a:r>
            <a:endParaRPr lang="en-US">
              <a:ea typeface="Yu Gothic"/>
            </a:endParaRPr>
          </a:p>
          <a:p>
            <a:pPr>
              <a:spcAft>
                <a:spcPts val="500"/>
              </a:spcAft>
              <a:defRPr sz="1200" b="0">
                <a:solidFill>
                  <a:srgbClr val="323A44"/>
                </a:solidFill>
                <a:latin typeface="Yu Gothic"/>
              </a:defRPr>
            </a:pPr>
            <a:r>
              <a:rPr dirty="0"/>
              <a:t>• </a:t>
            </a:r>
            <a:r>
              <a:rPr dirty="0" err="1"/>
              <a:t>月経・卵胞の状態、採卵結果、胚の有無、クリニックの予約状況で延びる可能性がある</a:t>
            </a:r>
            <a:r>
              <a:rPr dirty="0"/>
              <a:t>。</a:t>
            </a:r>
            <a:endParaRPr dirty="0">
              <a:ea typeface="Yu Gothic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30352" y="6473952"/>
            <a:ext cx="103327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6F7B"/>
                </a:solidFill>
                <a:latin typeface="Yu Gothic"/>
              </a:defRPr>
            </a:pPr>
            <a:r>
              <a:t>個人の治療計画ではなく、費用・通院計画を考えるための概算資料</a:t>
            </a:r>
          </a:p>
        </p:txBody>
      </p:sp>
      <p:sp>
        <p:nvSpPr>
          <p:cNvPr id="39" name="Header Section Label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B6CB0"/>
                </a:solidFill>
                <a:latin typeface="Noto Sans JP"/>
              </a:rPr>
              <a:t>TREATMENT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Title"/>
          <p:cNvSpPr txBox="1"/>
          <p:nvPr/>
        </p:nvSpPr>
        <p:spPr>
          <a:xfrm>
            <a:off x="762000" y="685800"/>
            <a:ext cx="1143000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ja-JP" altLang="en-US" sz="2100" b="1" i="0" u="none">
                <a:solidFill>
                  <a:srgbClr val="1A365D"/>
                </a:solidFill>
                <a:latin typeface="Noto Sans JP"/>
              </a:rPr>
              <a:t>治療スケジュール（ガントチャート）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88136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646F7B"/>
                </a:solidFill>
                <a:latin typeface="Yu Gothic"/>
              </a:defRPr>
            </a:pPr>
            <a:r>
              <a:rPr>
                <a:latin typeface="Noto Sans JP"/>
              </a:rPr>
              <a:t>月単位のイメージ。実際は月経・卵胞の状態や診療枠により前後します。</a:t>
            </a:r>
          </a:p>
        </p:txBody>
      </p:sp>
      <p:sp>
        <p:nvSpPr>
          <p:cNvPr id="4" name="Header Accent"/>
          <p:cNvSpPr/>
          <p:nvPr/>
        </p:nvSpPr>
        <p:spPr>
          <a:xfrm>
            <a:off x="609600" y="685800"/>
            <a:ext cx="47625" cy="3199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JP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23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646F7B"/>
                </a:solidFill>
                <a:latin typeface="Yu Gothic"/>
              </a:defRPr>
            </a:pPr>
            <a:r>
              <a:rPr>
                <a:latin typeface="Noto Sans JP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0352" y="6473952"/>
            <a:ext cx="10515600" cy="2154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6F7B"/>
                </a:solidFill>
                <a:latin typeface="Yu Gothic"/>
              </a:defRPr>
            </a:pPr>
            <a:r>
              <a:rPr>
                <a:latin typeface="Noto Sans JP"/>
              </a:rPr>
              <a:t>概算資料。個別の治療計画・費用見積もりではありません。</a:t>
            </a:r>
          </a:p>
        </p:txBody>
      </p:sp>
      <p:sp>
        <p:nvSpPr>
          <p:cNvPr id="67" name="Header Section Label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B6CB0"/>
                </a:solidFill>
                <a:latin typeface="Noto Sans JP"/>
              </a:rPr>
              <a:t>TREATMENT SCHEDULE</a:t>
            </a:r>
          </a:p>
        </p:txBody>
      </p:sp>
      <p:sp>
        <p:nvSpPr>
          <p:cNvPr id="200" name="Gantt 200"/>
          <p:cNvSpPr/>
          <p:nvPr/>
        </p:nvSpPr>
        <p:spPr>
          <a:xfrm>
            <a:off x="621792" y="1444752"/>
            <a:ext cx="8046720" cy="493776"/>
          </a:xfrm>
          <a:prstGeom prst="rect">
            <a:avLst/>
          </a:prstGeom>
          <a:solidFill>
            <a:srgbClr val="9CB9D4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01" name="Gantt 201"/>
          <p:cNvSpPr txBox="1"/>
          <p:nvPr/>
        </p:nvSpPr>
        <p:spPr>
          <a:xfrm>
            <a:off x="777240" y="1527048"/>
            <a:ext cx="7735824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260"/>
              </a:lnSpc>
              <a:defRPr sz="1050" b="0">
                <a:solidFill>
                  <a:srgbClr val="23354F"/>
                </a:solidFill>
                <a:latin typeface="Yu Gothic"/>
                <a:ea typeface="Yu Gothic"/>
              </a:defRPr>
            </a:pPr>
            <a:r>
              <a:rPr sz="1050" b="0" dirty="0" err="1">
                <a:solidFill>
                  <a:srgbClr val="23354F"/>
                </a:solidFill>
                <a:latin typeface="Noto Sans JP"/>
                <a:ea typeface="Yu Gothic"/>
              </a:rPr>
              <a:t>開始前：初診・夫婦の検査・治療方針相談</a:t>
            </a:r>
            <a:r>
              <a:rPr sz="1050" b="0" dirty="0">
                <a:solidFill>
                  <a:srgbClr val="23354F"/>
                </a:solidFill>
                <a:latin typeface="Noto Sans JP"/>
                <a:ea typeface="Yu Gothic"/>
              </a:rPr>
              <a:t>　</a:t>
            </a:r>
            <a:r>
              <a:rPr lang="en-US" sz="1050" dirty="0">
                <a:solidFill>
                  <a:srgbClr val="23354F"/>
                </a:solidFill>
                <a:latin typeface="Noto Sans JP"/>
                <a:ea typeface="Yu Gothic"/>
              </a:rPr>
              <a:t>▶　</a:t>
            </a:r>
            <a:r>
              <a:rPr sz="1050" b="0" dirty="0">
                <a:solidFill>
                  <a:srgbClr val="23354F"/>
                </a:solidFill>
                <a:latin typeface="Noto Sans JP"/>
                <a:ea typeface="Yu Gothic"/>
              </a:rPr>
              <a:t>2〜4か月：ジエノゲスト中止・状態確認・刺激周期の準備</a:t>
            </a:r>
          </a:p>
          <a:p>
            <a:pPr>
              <a:lnSpc>
                <a:spcPts val="1260"/>
              </a:lnSpc>
              <a:defRPr sz="1050" b="0">
                <a:solidFill>
                  <a:srgbClr val="23354F"/>
                </a:solidFill>
                <a:latin typeface="Yu Gothic"/>
                <a:ea typeface="Yu Gothic"/>
              </a:defRPr>
            </a:pPr>
            <a:r>
              <a:rPr lang="en-US" sz="1050">
                <a:solidFill>
                  <a:srgbClr val="23354F"/>
                </a:solidFill>
                <a:latin typeface="Noto Sans JP"/>
                <a:ea typeface="Yu Gothic"/>
              </a:rPr>
              <a:t>　　　　　　　　　　　　　　　　　　　　　　　　　▼</a:t>
            </a:r>
            <a:endParaRPr lang="en-US" sz="1050" dirty="0">
              <a:solidFill>
                <a:srgbClr val="23354F"/>
              </a:solidFill>
              <a:latin typeface="Noto Sans JP"/>
              <a:ea typeface="Yu Gothic"/>
            </a:endParaRPr>
          </a:p>
        </p:txBody>
      </p:sp>
      <p:sp>
        <p:nvSpPr>
          <p:cNvPr id="204" name="Gantt 204"/>
          <p:cNvSpPr/>
          <p:nvPr/>
        </p:nvSpPr>
        <p:spPr>
          <a:xfrm>
            <a:off x="621792" y="2103120"/>
            <a:ext cx="5276088" cy="338328"/>
          </a:xfrm>
          <a:prstGeom prst="rect">
            <a:avLst/>
          </a:prstGeom>
          <a:solidFill>
            <a:srgbClr val="4B739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05" name="Gantt 205"/>
          <p:cNvSpPr txBox="1"/>
          <p:nvPr/>
        </p:nvSpPr>
        <p:spPr>
          <a:xfrm>
            <a:off x="713232" y="2157984"/>
            <a:ext cx="5093208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320"/>
              </a:lnSpc>
              <a:defRPr sz="1100" b="1">
                <a:solidFill>
                  <a:srgbClr val="FFFFFF"/>
                </a:solidFill>
                <a:latin typeface="Yu Gothic"/>
                <a:ea typeface="Yu Gothic"/>
              </a:defRPr>
            </a:pPr>
            <a:r>
              <a:rPr sz="1100" b="1" dirty="0">
                <a:solidFill>
                  <a:srgbClr val="FFFFFF"/>
                </a:solidFill>
                <a:latin typeface="Noto Sans JP"/>
                <a:ea typeface="Yu Gothic"/>
              </a:rPr>
              <a:t>3〜5か月 </a:t>
            </a:r>
            <a:r>
              <a:rPr sz="1100" b="1" dirty="0" err="1">
                <a:solidFill>
                  <a:srgbClr val="FFFFFF"/>
                </a:solidFill>
                <a:latin typeface="Noto Sans JP"/>
                <a:ea typeface="Yu Gothic"/>
              </a:rPr>
              <a:t>採卵周期：ショート法</a:t>
            </a:r>
            <a:r>
              <a:rPr lang="en-US" sz="1100" b="1" dirty="0">
                <a:solidFill>
                  <a:srgbClr val="FFFFFF"/>
                </a:solidFill>
                <a:latin typeface="Noto Sans JP"/>
                <a:ea typeface="Yu Gothic"/>
              </a:rPr>
              <a:t>　</a:t>
            </a:r>
            <a:r>
              <a:rPr lang="en-US" altLang="ja-JP" sz="1100" b="1" dirty="0">
                <a:solidFill>
                  <a:srgbClr val="FFFFFF"/>
                </a:solidFill>
                <a:latin typeface="Noto Sans JP"/>
                <a:ea typeface="Yu Gothic"/>
              </a:rPr>
              <a:t>【</a:t>
            </a:r>
            <a:r>
              <a:rPr lang="ja-JP" altLang="en-US" sz="1100" b="1" dirty="0">
                <a:solidFill>
                  <a:srgbClr val="FFFFFF"/>
                </a:solidFill>
                <a:latin typeface="Noto Sans JP"/>
                <a:ea typeface="Yu Gothic"/>
              </a:rPr>
              <a:t>通院</a:t>
            </a:r>
            <a:r>
              <a:rPr lang="en-US" sz="1100" b="1" dirty="0">
                <a:solidFill>
                  <a:srgbClr val="FFFFFF"/>
                </a:solidFill>
                <a:latin typeface="Noto Sans JP"/>
                <a:ea typeface="Yu Gothic"/>
              </a:rPr>
              <a:t>5～7</a:t>
            </a:r>
            <a:r>
              <a:rPr lang="ja-JP" altLang="en-US" sz="1100" b="1" dirty="0">
                <a:solidFill>
                  <a:srgbClr val="FFFFFF"/>
                </a:solidFill>
                <a:latin typeface="Noto Sans JP"/>
                <a:ea typeface="Yu Gothic"/>
              </a:rPr>
              <a:t>回程度】</a:t>
            </a:r>
          </a:p>
        </p:txBody>
      </p:sp>
      <p:sp>
        <p:nvSpPr>
          <p:cNvPr id="206" name="Gantt 206"/>
          <p:cNvSpPr/>
          <p:nvPr/>
        </p:nvSpPr>
        <p:spPr>
          <a:xfrm>
            <a:off x="6281928" y="2103120"/>
            <a:ext cx="5303520" cy="338328"/>
          </a:xfrm>
          <a:prstGeom prst="rect">
            <a:avLst/>
          </a:prstGeom>
          <a:solidFill>
            <a:srgbClr val="2D5278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07" name="Gantt 207"/>
          <p:cNvSpPr txBox="1"/>
          <p:nvPr/>
        </p:nvSpPr>
        <p:spPr>
          <a:xfrm>
            <a:off x="6373368" y="2157984"/>
            <a:ext cx="512064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320"/>
              </a:lnSpc>
              <a:defRPr sz="1100" b="1">
                <a:solidFill>
                  <a:srgbClr val="FFFFFF"/>
                </a:solidFill>
                <a:latin typeface="Yu Gothic"/>
                <a:ea typeface="Yu Gothic"/>
              </a:defRPr>
            </a:pPr>
            <a:r>
              <a:rPr sz="1100" b="1" dirty="0">
                <a:solidFill>
                  <a:srgbClr val="FFFFFF"/>
                </a:solidFill>
                <a:latin typeface="Noto Sans JP"/>
                <a:ea typeface="Yu Gothic"/>
              </a:rPr>
              <a:t>4〜6か月 胚移植</a:t>
            </a:r>
            <a:r>
              <a:rPr lang="en-US" sz="1100" b="1" dirty="0">
                <a:solidFill>
                  <a:srgbClr val="FFFFFF"/>
                </a:solidFill>
                <a:latin typeface="Noto Sans JP"/>
                <a:ea typeface="Yu Gothic"/>
              </a:rPr>
              <a:t>（</a:t>
            </a:r>
            <a:r>
              <a:rPr sz="1100" b="1" dirty="0">
                <a:solidFill>
                  <a:srgbClr val="FFFFFF"/>
                </a:solidFill>
                <a:latin typeface="Noto Sans JP"/>
                <a:ea typeface="Yu Gothic"/>
              </a:rPr>
              <a:t>1回目</a:t>
            </a:r>
            <a:r>
              <a:rPr lang="en-US" sz="1100" b="1" dirty="0">
                <a:solidFill>
                  <a:srgbClr val="FFFFFF"/>
                </a:solidFill>
                <a:latin typeface="Noto Sans JP"/>
                <a:ea typeface="Yu Gothic"/>
              </a:rPr>
              <a:t>）：</a:t>
            </a:r>
            <a:r>
              <a:rPr sz="1100" b="1" dirty="0" err="1">
                <a:solidFill>
                  <a:srgbClr val="FFFFFF"/>
                </a:solidFill>
                <a:latin typeface="Noto Sans JP"/>
                <a:ea typeface="Yu Gothic"/>
              </a:rPr>
              <a:t>ホルモン補充周期</a:t>
            </a:r>
            <a:r>
              <a:rPr lang="en-US" sz="1100" b="1" dirty="0">
                <a:solidFill>
                  <a:srgbClr val="FFFFFF"/>
                </a:solidFill>
                <a:latin typeface="Noto Sans JP"/>
                <a:ea typeface="Yu Gothic"/>
              </a:rPr>
              <a:t>　</a:t>
            </a:r>
            <a:r>
              <a:rPr lang="en-US" altLang="ja-JP" sz="1100" b="1" dirty="0">
                <a:solidFill>
                  <a:srgbClr val="FFFFFF"/>
                </a:solidFill>
                <a:latin typeface="Noto Sans JP"/>
                <a:ea typeface="Yu Gothic"/>
              </a:rPr>
              <a:t>【</a:t>
            </a:r>
            <a:r>
              <a:rPr lang="ja-JP" sz="1100" b="1" dirty="0">
                <a:solidFill>
                  <a:srgbClr val="FFFFFF"/>
                </a:solidFill>
                <a:latin typeface="Noto Sans JP"/>
                <a:ea typeface="Yu Gothic"/>
              </a:rPr>
              <a:t>通院</a:t>
            </a:r>
            <a:r>
              <a:rPr lang="en-US" altLang="ja-JP" sz="1100" b="1" dirty="0">
                <a:solidFill>
                  <a:srgbClr val="FFFFFF"/>
                </a:solidFill>
                <a:latin typeface="Noto Sans JP"/>
                <a:ea typeface="Yu Gothic"/>
              </a:rPr>
              <a:t>5～7回程度】</a:t>
            </a:r>
            <a:endParaRPr sz="1100" b="1" dirty="0">
              <a:solidFill>
                <a:srgbClr val="FFFFFF"/>
              </a:solidFill>
              <a:latin typeface="Noto Sans JP"/>
              <a:ea typeface="Yu Gothic"/>
            </a:endParaRPr>
          </a:p>
        </p:txBody>
      </p:sp>
      <p:sp>
        <p:nvSpPr>
          <p:cNvPr id="208" name="Gantt 208"/>
          <p:cNvSpPr/>
          <p:nvPr/>
        </p:nvSpPr>
        <p:spPr>
          <a:xfrm>
            <a:off x="621792" y="2743200"/>
            <a:ext cx="5276088" cy="374904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09" name="Gantt 209"/>
          <p:cNvSpPr/>
          <p:nvPr/>
        </p:nvSpPr>
        <p:spPr>
          <a:xfrm>
            <a:off x="621792" y="3529584"/>
            <a:ext cx="5276088" cy="374904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10" name="Gantt 210"/>
          <p:cNvSpPr/>
          <p:nvPr/>
        </p:nvSpPr>
        <p:spPr>
          <a:xfrm>
            <a:off x="621792" y="4315968"/>
            <a:ext cx="5276088" cy="374904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11" name="Gantt 211"/>
          <p:cNvSpPr/>
          <p:nvPr/>
        </p:nvSpPr>
        <p:spPr>
          <a:xfrm>
            <a:off x="2267712" y="2734056"/>
            <a:ext cx="7315" cy="2002536"/>
          </a:xfrm>
          <a:prstGeom prst="rect">
            <a:avLst/>
          </a:prstGeom>
          <a:solidFill>
            <a:srgbClr val="D9E2E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12" name="Gantt 212"/>
          <p:cNvSpPr txBox="1"/>
          <p:nvPr/>
        </p:nvSpPr>
        <p:spPr>
          <a:xfrm>
            <a:off x="2130552" y="2542032"/>
            <a:ext cx="274320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900" b="0">
                <a:solidFill>
                  <a:srgbClr val="646F7B"/>
                </a:solidFill>
                <a:latin typeface="Noto Sans JP"/>
                <a:ea typeface="Yu Gothic"/>
              </a:rPr>
              <a:t>D1</a:t>
            </a:r>
          </a:p>
        </p:txBody>
      </p:sp>
      <p:sp>
        <p:nvSpPr>
          <p:cNvPr id="213" name="Gantt 213"/>
          <p:cNvSpPr/>
          <p:nvPr/>
        </p:nvSpPr>
        <p:spPr>
          <a:xfrm>
            <a:off x="2800878" y="2734056"/>
            <a:ext cx="7315" cy="2002536"/>
          </a:xfrm>
          <a:prstGeom prst="rect">
            <a:avLst/>
          </a:prstGeom>
          <a:solidFill>
            <a:srgbClr val="D9E2E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14" name="Gantt 214"/>
          <p:cNvSpPr txBox="1"/>
          <p:nvPr/>
        </p:nvSpPr>
        <p:spPr>
          <a:xfrm>
            <a:off x="2663718" y="2542032"/>
            <a:ext cx="274320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900" b="0">
                <a:solidFill>
                  <a:srgbClr val="646F7B"/>
                </a:solidFill>
                <a:latin typeface="Noto Sans JP"/>
                <a:ea typeface="Yu Gothic"/>
              </a:rPr>
              <a:t>D3</a:t>
            </a:r>
          </a:p>
        </p:txBody>
      </p:sp>
      <p:sp>
        <p:nvSpPr>
          <p:cNvPr id="215" name="Gantt 215"/>
          <p:cNvSpPr/>
          <p:nvPr/>
        </p:nvSpPr>
        <p:spPr>
          <a:xfrm>
            <a:off x="3867209" y="2734056"/>
            <a:ext cx="7315" cy="2002536"/>
          </a:xfrm>
          <a:prstGeom prst="rect">
            <a:avLst/>
          </a:prstGeom>
          <a:solidFill>
            <a:srgbClr val="D9E2E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16" name="Gantt 216"/>
          <p:cNvSpPr txBox="1"/>
          <p:nvPr/>
        </p:nvSpPr>
        <p:spPr>
          <a:xfrm>
            <a:off x="3730049" y="2542032"/>
            <a:ext cx="274320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900" b="0">
                <a:solidFill>
                  <a:srgbClr val="646F7B"/>
                </a:solidFill>
                <a:latin typeface="Noto Sans JP"/>
                <a:ea typeface="Yu Gothic"/>
              </a:rPr>
              <a:t>D7</a:t>
            </a:r>
          </a:p>
        </p:txBody>
      </p:sp>
      <p:sp>
        <p:nvSpPr>
          <p:cNvPr id="217" name="Gantt 217"/>
          <p:cNvSpPr/>
          <p:nvPr/>
        </p:nvSpPr>
        <p:spPr>
          <a:xfrm>
            <a:off x="4666957" y="2734056"/>
            <a:ext cx="7315" cy="2002536"/>
          </a:xfrm>
          <a:prstGeom prst="rect">
            <a:avLst/>
          </a:prstGeom>
          <a:solidFill>
            <a:srgbClr val="D9E2E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18" name="Gantt 218"/>
          <p:cNvSpPr txBox="1"/>
          <p:nvPr/>
        </p:nvSpPr>
        <p:spPr>
          <a:xfrm>
            <a:off x="4529797" y="2542032"/>
            <a:ext cx="274320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900" b="0">
                <a:solidFill>
                  <a:srgbClr val="646F7B"/>
                </a:solidFill>
                <a:latin typeface="Noto Sans JP"/>
                <a:ea typeface="Yu Gothic"/>
              </a:rPr>
              <a:t>D10</a:t>
            </a:r>
          </a:p>
        </p:txBody>
      </p:sp>
      <p:sp>
        <p:nvSpPr>
          <p:cNvPr id="219" name="Gantt 219"/>
          <p:cNvSpPr/>
          <p:nvPr/>
        </p:nvSpPr>
        <p:spPr>
          <a:xfrm>
            <a:off x="5200122" y="2734056"/>
            <a:ext cx="7315" cy="2002536"/>
          </a:xfrm>
          <a:prstGeom prst="rect">
            <a:avLst/>
          </a:prstGeom>
          <a:solidFill>
            <a:srgbClr val="D9E2E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20" name="Gantt 220"/>
          <p:cNvSpPr txBox="1"/>
          <p:nvPr/>
        </p:nvSpPr>
        <p:spPr>
          <a:xfrm>
            <a:off x="5062962" y="2542032"/>
            <a:ext cx="274320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900" b="0">
                <a:solidFill>
                  <a:srgbClr val="646F7B"/>
                </a:solidFill>
                <a:latin typeface="Noto Sans JP"/>
                <a:ea typeface="Yu Gothic"/>
              </a:rPr>
              <a:t>D12</a:t>
            </a:r>
          </a:p>
        </p:txBody>
      </p:sp>
      <p:sp>
        <p:nvSpPr>
          <p:cNvPr id="221" name="Gantt 221"/>
          <p:cNvSpPr/>
          <p:nvPr/>
        </p:nvSpPr>
        <p:spPr>
          <a:xfrm>
            <a:off x="5733288" y="2734056"/>
            <a:ext cx="7315" cy="2002536"/>
          </a:xfrm>
          <a:prstGeom prst="rect">
            <a:avLst/>
          </a:prstGeom>
          <a:solidFill>
            <a:srgbClr val="D9E2E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22" name="Gantt 222"/>
          <p:cNvSpPr txBox="1"/>
          <p:nvPr/>
        </p:nvSpPr>
        <p:spPr>
          <a:xfrm>
            <a:off x="5596128" y="2542032"/>
            <a:ext cx="274320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900" b="0">
                <a:solidFill>
                  <a:srgbClr val="646F7B"/>
                </a:solidFill>
                <a:latin typeface="Noto Sans JP"/>
                <a:ea typeface="Yu Gothic"/>
              </a:rPr>
              <a:t>D14</a:t>
            </a:r>
          </a:p>
        </p:txBody>
      </p:sp>
      <p:sp>
        <p:nvSpPr>
          <p:cNvPr id="223" name="Gantt 223"/>
          <p:cNvSpPr txBox="1"/>
          <p:nvPr/>
        </p:nvSpPr>
        <p:spPr>
          <a:xfrm>
            <a:off x="658368" y="2807208"/>
            <a:ext cx="1545336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4"/>
              </a:lnSpc>
              <a:defRPr sz="1020" b="0">
                <a:solidFill>
                  <a:srgbClr val="23354F"/>
                </a:solidFill>
                <a:latin typeface="Yu Gothic"/>
                <a:ea typeface="Yu Gothic"/>
              </a:defRPr>
            </a:pPr>
            <a:r>
              <a:rPr sz="1020" b="0">
                <a:solidFill>
                  <a:srgbClr val="23354F"/>
                </a:solidFill>
                <a:latin typeface="Noto Sans JP"/>
                <a:ea typeface="Yu Gothic"/>
              </a:rPr>
              <a:t>点鼻（GnRHアゴニスト）</a:t>
            </a:r>
          </a:p>
        </p:txBody>
      </p:sp>
      <p:sp>
        <p:nvSpPr>
          <p:cNvPr id="224" name="Gantt 224"/>
          <p:cNvSpPr/>
          <p:nvPr/>
        </p:nvSpPr>
        <p:spPr>
          <a:xfrm>
            <a:off x="2226564" y="2848356"/>
            <a:ext cx="82296" cy="182880"/>
          </a:xfrm>
          <a:prstGeom prst="rect">
            <a:avLst/>
          </a:prstGeom>
          <a:solidFill>
            <a:srgbClr val="CADBED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25" name="Gantt 225"/>
          <p:cNvSpPr txBox="1"/>
          <p:nvPr/>
        </p:nvSpPr>
        <p:spPr>
          <a:xfrm>
            <a:off x="2386584" y="2852928"/>
            <a:ext cx="109728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4F7DA8"/>
                </a:solidFill>
                <a:latin typeface="Yu Gothic"/>
                <a:ea typeface="Yu Gothic"/>
              </a:defRPr>
            </a:pPr>
            <a:r>
              <a:rPr sz="1000" b="1">
                <a:solidFill>
                  <a:srgbClr val="4B739B"/>
                </a:solidFill>
                <a:latin typeface="Noto Sans JP"/>
                <a:ea typeface="Yu Gothic"/>
              </a:rPr>
              <a:t>D1開始 ※</a:t>
            </a:r>
            <a:endParaRPr lang="en-US" sz="1000" b="1">
              <a:solidFill>
                <a:srgbClr val="4B739B"/>
              </a:solidFill>
              <a:latin typeface="Noto Sans JP"/>
              <a:ea typeface="Yu Gothic"/>
            </a:endParaRPr>
          </a:p>
        </p:txBody>
      </p:sp>
      <p:sp>
        <p:nvSpPr>
          <p:cNvPr id="226" name="Gantt 226"/>
          <p:cNvSpPr txBox="1"/>
          <p:nvPr/>
        </p:nvSpPr>
        <p:spPr>
          <a:xfrm>
            <a:off x="658368" y="3200400"/>
            <a:ext cx="1545336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4"/>
              </a:lnSpc>
              <a:defRPr sz="1020" b="0">
                <a:solidFill>
                  <a:srgbClr val="23354F"/>
                </a:solidFill>
                <a:latin typeface="Yu Gothic"/>
                <a:ea typeface="Yu Gothic"/>
              </a:defRPr>
            </a:pPr>
            <a:r>
              <a:rPr sz="1020" b="0">
                <a:solidFill>
                  <a:srgbClr val="23354F"/>
                </a:solidFill>
                <a:latin typeface="Noto Sans JP"/>
                <a:ea typeface="Yu Gothic"/>
              </a:rPr>
              <a:t>FSH／hMG注射</a:t>
            </a:r>
          </a:p>
        </p:txBody>
      </p:sp>
      <p:sp>
        <p:nvSpPr>
          <p:cNvPr id="227" name="Gantt 227"/>
          <p:cNvSpPr/>
          <p:nvPr/>
        </p:nvSpPr>
        <p:spPr>
          <a:xfrm>
            <a:off x="2800878" y="3223260"/>
            <a:ext cx="2233246" cy="228600"/>
          </a:xfrm>
          <a:prstGeom prst="roundRect">
            <a:avLst/>
          </a:prstGeom>
          <a:solidFill>
            <a:srgbClr val="CADBED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28" name="Gantt 228"/>
          <p:cNvSpPr txBox="1"/>
          <p:nvPr/>
        </p:nvSpPr>
        <p:spPr>
          <a:xfrm>
            <a:off x="2846598" y="3241548"/>
            <a:ext cx="214180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140"/>
              </a:lnSpc>
              <a:defRPr sz="950" b="1">
                <a:solidFill>
                  <a:srgbClr val="FFFFFF"/>
                </a:solidFill>
                <a:latin typeface="Yu Gothic"/>
                <a:ea typeface="Yu Gothic"/>
              </a:defRPr>
            </a:pPr>
            <a:r>
              <a:rPr sz="950" b="1">
                <a:solidFill>
                  <a:srgbClr val="4B739B"/>
                </a:solidFill>
                <a:latin typeface="Noto Sans JP"/>
                <a:ea typeface="Yu Gothic"/>
              </a:rPr>
              <a:t>D3〜11</a:t>
            </a:r>
            <a:endParaRPr lang="en-US" sz="950" b="1">
              <a:solidFill>
                <a:srgbClr val="4B739B"/>
              </a:solidFill>
              <a:latin typeface="Noto Sans JP"/>
              <a:ea typeface="Yu Gothic"/>
            </a:endParaRPr>
          </a:p>
        </p:txBody>
      </p:sp>
      <p:sp>
        <p:nvSpPr>
          <p:cNvPr id="229" name="Gantt 229"/>
          <p:cNvSpPr txBox="1"/>
          <p:nvPr/>
        </p:nvSpPr>
        <p:spPr>
          <a:xfrm>
            <a:off x="658368" y="3593592"/>
            <a:ext cx="1545336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4"/>
              </a:lnSpc>
              <a:defRPr sz="1020" b="0">
                <a:solidFill>
                  <a:srgbClr val="23354F"/>
                </a:solidFill>
                <a:latin typeface="Yu Gothic"/>
                <a:ea typeface="Yu Gothic"/>
              </a:defRPr>
            </a:pPr>
            <a:r>
              <a:rPr sz="1020" b="0">
                <a:solidFill>
                  <a:srgbClr val="23354F"/>
                </a:solidFill>
                <a:latin typeface="Noto Sans JP"/>
                <a:ea typeface="Yu Gothic"/>
              </a:rPr>
              <a:t>トリガー</a:t>
            </a:r>
          </a:p>
        </p:txBody>
      </p:sp>
      <p:sp>
        <p:nvSpPr>
          <p:cNvPr id="230" name="Gantt 230"/>
          <p:cNvSpPr/>
          <p:nvPr/>
        </p:nvSpPr>
        <p:spPr>
          <a:xfrm>
            <a:off x="5158974" y="3634740"/>
            <a:ext cx="82296" cy="182880"/>
          </a:xfrm>
          <a:prstGeom prst="rect">
            <a:avLst/>
          </a:prstGeom>
          <a:solidFill>
            <a:srgbClr val="D2A24C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31" name="Gantt 231"/>
          <p:cNvSpPr txBox="1"/>
          <p:nvPr/>
        </p:nvSpPr>
        <p:spPr>
          <a:xfrm>
            <a:off x="4002258" y="3639312"/>
            <a:ext cx="109728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defRPr sz="1000" b="1">
                <a:solidFill>
                  <a:srgbClr val="4F7DA8"/>
                </a:solidFill>
                <a:latin typeface="Yu Gothic"/>
                <a:ea typeface="Yu Gothic"/>
              </a:defRPr>
            </a:pPr>
            <a:r>
              <a:rPr sz="1000" b="1">
                <a:solidFill>
                  <a:srgbClr val="4B739B"/>
                </a:solidFill>
                <a:latin typeface="Noto Sans JP"/>
                <a:ea typeface="Yu Gothic"/>
              </a:rPr>
              <a:t>D12</a:t>
            </a:r>
            <a:endParaRPr lang="en-US" sz="1000" b="1">
              <a:solidFill>
                <a:srgbClr val="4B739B"/>
              </a:solidFill>
              <a:latin typeface="Noto Sans JP"/>
              <a:ea typeface="Yu Gothic"/>
            </a:endParaRPr>
          </a:p>
        </p:txBody>
      </p:sp>
      <p:sp>
        <p:nvSpPr>
          <p:cNvPr id="232" name="Gantt 232"/>
          <p:cNvSpPr txBox="1"/>
          <p:nvPr/>
        </p:nvSpPr>
        <p:spPr>
          <a:xfrm>
            <a:off x="658368" y="3986784"/>
            <a:ext cx="1545336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4"/>
              </a:lnSpc>
              <a:defRPr sz="1020" b="0">
                <a:solidFill>
                  <a:srgbClr val="23354F"/>
                </a:solidFill>
                <a:latin typeface="Yu Gothic"/>
                <a:ea typeface="Yu Gothic"/>
              </a:defRPr>
            </a:pPr>
            <a:r>
              <a:rPr sz="1020" b="0">
                <a:solidFill>
                  <a:srgbClr val="23354F"/>
                </a:solidFill>
                <a:latin typeface="Noto Sans JP"/>
                <a:ea typeface="Yu Gothic"/>
              </a:rPr>
              <a:t>採卵</a:t>
            </a:r>
          </a:p>
        </p:txBody>
      </p:sp>
      <p:sp>
        <p:nvSpPr>
          <p:cNvPr id="233" name="Gantt 233"/>
          <p:cNvSpPr/>
          <p:nvPr/>
        </p:nvSpPr>
        <p:spPr>
          <a:xfrm>
            <a:off x="5692140" y="4027932"/>
            <a:ext cx="82296" cy="182880"/>
          </a:xfrm>
          <a:prstGeom prst="rect">
            <a:avLst/>
          </a:prstGeom>
          <a:solidFill>
            <a:srgbClr val="D2A24C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34" name="Gantt 234"/>
          <p:cNvSpPr txBox="1"/>
          <p:nvPr/>
        </p:nvSpPr>
        <p:spPr>
          <a:xfrm>
            <a:off x="3917803" y="3944272"/>
            <a:ext cx="1674796" cy="35693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defRPr sz="1000" b="1">
                <a:solidFill>
                  <a:srgbClr val="4F7DA8"/>
                </a:solidFill>
                <a:latin typeface="Yu Gothic"/>
                <a:ea typeface="Yu Gothic"/>
              </a:defRPr>
            </a:pPr>
            <a:r>
              <a:rPr sz="1000" b="1">
                <a:solidFill>
                  <a:srgbClr val="4B739B"/>
                </a:solidFill>
                <a:latin typeface="Noto Sans JP"/>
                <a:ea typeface="Yu Gothic"/>
              </a:rPr>
              <a:t>D14</a:t>
            </a:r>
          </a:p>
          <a:p>
            <a:pPr algn="r">
              <a:lnSpc>
                <a:spcPts val="1200"/>
              </a:lnSpc>
              <a:defRPr sz="1000" b="1">
                <a:solidFill>
                  <a:srgbClr val="4F7DA8"/>
                </a:solidFill>
                <a:latin typeface="Yu Gothic"/>
                <a:ea typeface="Yu Gothic"/>
              </a:defRPr>
            </a:pPr>
            <a:r>
              <a:rPr lang="en-US" sz="1000" b="1">
                <a:solidFill>
                  <a:srgbClr val="4B739B"/>
                </a:solidFill>
                <a:latin typeface="Noto Sans JP"/>
                <a:ea typeface="Yu Gothic"/>
              </a:rPr>
              <a:t>(2～3</a:t>
            </a:r>
            <a:r>
              <a:rPr lang="ja-JP" altLang="en-US" sz="1000" b="1">
                <a:solidFill>
                  <a:srgbClr val="4B739B"/>
                </a:solidFill>
                <a:latin typeface="Noto Sans JP"/>
                <a:ea typeface="Yu Gothic"/>
              </a:rPr>
              <a:t>日前に日程確定</a:t>
            </a:r>
            <a:r>
              <a:rPr lang="en-US" sz="1000" b="1" dirty="0">
                <a:solidFill>
                  <a:srgbClr val="4B739B"/>
                </a:solidFill>
                <a:latin typeface="Noto Sans JP"/>
                <a:ea typeface="Yu Gothic"/>
              </a:rPr>
              <a:t>)</a:t>
            </a:r>
          </a:p>
        </p:txBody>
      </p:sp>
      <p:sp>
        <p:nvSpPr>
          <p:cNvPr id="235" name="Gantt 235"/>
          <p:cNvSpPr txBox="1"/>
          <p:nvPr/>
        </p:nvSpPr>
        <p:spPr>
          <a:xfrm>
            <a:off x="658368" y="4379976"/>
            <a:ext cx="1545336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4"/>
              </a:lnSpc>
              <a:defRPr sz="1020" b="0">
                <a:solidFill>
                  <a:srgbClr val="23354F"/>
                </a:solidFill>
                <a:latin typeface="Yu Gothic"/>
                <a:ea typeface="Yu Gothic"/>
              </a:defRPr>
            </a:pPr>
            <a:r>
              <a:rPr sz="1020" b="0">
                <a:solidFill>
                  <a:srgbClr val="23354F"/>
                </a:solidFill>
                <a:latin typeface="Noto Sans JP"/>
                <a:ea typeface="Yu Gothic"/>
              </a:rPr>
              <a:t>通院（採血・超音波）</a:t>
            </a:r>
          </a:p>
        </p:txBody>
      </p:sp>
      <p:sp>
        <p:nvSpPr>
          <p:cNvPr id="236" name="Gantt 236"/>
          <p:cNvSpPr/>
          <p:nvPr/>
        </p:nvSpPr>
        <p:spPr>
          <a:xfrm>
            <a:off x="2493147" y="4453128"/>
            <a:ext cx="82296" cy="82296"/>
          </a:xfrm>
          <a:prstGeom prst="ellipse">
            <a:avLst/>
          </a:prstGeom>
          <a:solidFill>
            <a:srgbClr val="4B739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37" name="Gantt 237"/>
          <p:cNvSpPr/>
          <p:nvPr/>
        </p:nvSpPr>
        <p:spPr>
          <a:xfrm>
            <a:off x="3826061" y="4453128"/>
            <a:ext cx="82296" cy="82296"/>
          </a:xfrm>
          <a:prstGeom prst="ellipse">
            <a:avLst/>
          </a:prstGeom>
          <a:solidFill>
            <a:srgbClr val="4B739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38" name="Gantt 238"/>
          <p:cNvSpPr/>
          <p:nvPr/>
        </p:nvSpPr>
        <p:spPr>
          <a:xfrm>
            <a:off x="4625809" y="4453128"/>
            <a:ext cx="82296" cy="82296"/>
          </a:xfrm>
          <a:prstGeom prst="ellipse">
            <a:avLst/>
          </a:prstGeom>
          <a:solidFill>
            <a:srgbClr val="4B739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39" name="Gantt 239"/>
          <p:cNvSpPr/>
          <p:nvPr/>
        </p:nvSpPr>
        <p:spPr>
          <a:xfrm>
            <a:off x="5158974" y="4453128"/>
            <a:ext cx="82296" cy="82296"/>
          </a:xfrm>
          <a:prstGeom prst="ellipse">
            <a:avLst/>
          </a:prstGeom>
          <a:solidFill>
            <a:srgbClr val="D2A24C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40" name="Gantt 240"/>
          <p:cNvSpPr/>
          <p:nvPr/>
        </p:nvSpPr>
        <p:spPr>
          <a:xfrm>
            <a:off x="5692140" y="4453128"/>
            <a:ext cx="82296" cy="82296"/>
          </a:xfrm>
          <a:prstGeom prst="ellipse">
            <a:avLst/>
          </a:prstGeom>
          <a:solidFill>
            <a:srgbClr val="D2A24C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41" name="Gantt 241"/>
          <p:cNvSpPr txBox="1"/>
          <p:nvPr/>
        </p:nvSpPr>
        <p:spPr>
          <a:xfrm>
            <a:off x="2360559" y="4567428"/>
            <a:ext cx="347472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lang="en-US" sz="900" b="1">
                <a:solidFill>
                  <a:srgbClr val="4B739B"/>
                </a:solidFill>
                <a:latin typeface="Noto Sans JP"/>
                <a:ea typeface="Yu Gothic"/>
              </a:rPr>
              <a:t>D2</a:t>
            </a:r>
          </a:p>
        </p:txBody>
      </p:sp>
      <p:sp>
        <p:nvSpPr>
          <p:cNvPr id="242" name="Gantt 242"/>
          <p:cNvSpPr/>
          <p:nvPr/>
        </p:nvSpPr>
        <p:spPr>
          <a:xfrm>
            <a:off x="6281928" y="2743200"/>
            <a:ext cx="5276088" cy="374904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43" name="Gantt 243"/>
          <p:cNvSpPr/>
          <p:nvPr/>
        </p:nvSpPr>
        <p:spPr>
          <a:xfrm>
            <a:off x="6281928" y="3529584"/>
            <a:ext cx="5276088" cy="374904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44" name="Gantt 244"/>
          <p:cNvSpPr/>
          <p:nvPr/>
        </p:nvSpPr>
        <p:spPr>
          <a:xfrm>
            <a:off x="6281928" y="4315968"/>
            <a:ext cx="5276088" cy="374904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45" name="Gantt 245"/>
          <p:cNvSpPr/>
          <p:nvPr/>
        </p:nvSpPr>
        <p:spPr>
          <a:xfrm>
            <a:off x="7927848" y="2734056"/>
            <a:ext cx="7315" cy="2002536"/>
          </a:xfrm>
          <a:prstGeom prst="rect">
            <a:avLst/>
          </a:prstGeom>
          <a:solidFill>
            <a:srgbClr val="D9E2E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46" name="Gantt 246"/>
          <p:cNvSpPr txBox="1"/>
          <p:nvPr/>
        </p:nvSpPr>
        <p:spPr>
          <a:xfrm>
            <a:off x="7790688" y="2542032"/>
            <a:ext cx="274320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900" b="0">
                <a:solidFill>
                  <a:srgbClr val="646F7B"/>
                </a:solidFill>
                <a:latin typeface="Noto Sans JP"/>
                <a:ea typeface="Yu Gothic"/>
              </a:rPr>
              <a:t>D1</a:t>
            </a:r>
          </a:p>
        </p:txBody>
      </p:sp>
      <p:sp>
        <p:nvSpPr>
          <p:cNvPr id="247" name="Gantt 247"/>
          <p:cNvSpPr/>
          <p:nvPr/>
        </p:nvSpPr>
        <p:spPr>
          <a:xfrm>
            <a:off x="8672431" y="2734056"/>
            <a:ext cx="7315" cy="2002536"/>
          </a:xfrm>
          <a:prstGeom prst="rect">
            <a:avLst/>
          </a:prstGeom>
          <a:solidFill>
            <a:srgbClr val="D9E2E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48" name="Gantt 248"/>
          <p:cNvSpPr txBox="1"/>
          <p:nvPr/>
        </p:nvSpPr>
        <p:spPr>
          <a:xfrm>
            <a:off x="8535271" y="2542032"/>
            <a:ext cx="274320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900" b="0">
                <a:solidFill>
                  <a:srgbClr val="646F7B"/>
                </a:solidFill>
                <a:latin typeface="Noto Sans JP"/>
                <a:ea typeface="Yu Gothic"/>
              </a:rPr>
              <a:t>D7</a:t>
            </a:r>
          </a:p>
        </p:txBody>
      </p:sp>
      <p:sp>
        <p:nvSpPr>
          <p:cNvPr id="249" name="Gantt 249"/>
          <p:cNvSpPr/>
          <p:nvPr/>
        </p:nvSpPr>
        <p:spPr>
          <a:xfrm>
            <a:off x="9541111" y="2734056"/>
            <a:ext cx="7315" cy="2002536"/>
          </a:xfrm>
          <a:prstGeom prst="rect">
            <a:avLst/>
          </a:prstGeom>
          <a:solidFill>
            <a:srgbClr val="D9E2E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50" name="Gantt 250"/>
          <p:cNvSpPr txBox="1"/>
          <p:nvPr/>
        </p:nvSpPr>
        <p:spPr>
          <a:xfrm>
            <a:off x="9403951" y="2542032"/>
            <a:ext cx="274320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900" b="0">
                <a:solidFill>
                  <a:srgbClr val="646F7B"/>
                </a:solidFill>
                <a:latin typeface="Noto Sans JP"/>
                <a:ea typeface="Yu Gothic"/>
              </a:rPr>
              <a:t>D14</a:t>
            </a:r>
          </a:p>
        </p:txBody>
      </p:sp>
      <p:sp>
        <p:nvSpPr>
          <p:cNvPr id="251" name="Gantt 251"/>
          <p:cNvSpPr/>
          <p:nvPr/>
        </p:nvSpPr>
        <p:spPr>
          <a:xfrm>
            <a:off x="10161597" y="2734056"/>
            <a:ext cx="7315" cy="2002536"/>
          </a:xfrm>
          <a:prstGeom prst="rect">
            <a:avLst/>
          </a:prstGeom>
          <a:solidFill>
            <a:srgbClr val="D9E2E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52" name="Gantt 252"/>
          <p:cNvSpPr txBox="1"/>
          <p:nvPr/>
        </p:nvSpPr>
        <p:spPr>
          <a:xfrm>
            <a:off x="10024437" y="2542032"/>
            <a:ext cx="274320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900" b="0">
                <a:solidFill>
                  <a:srgbClr val="646F7B"/>
                </a:solidFill>
                <a:latin typeface="Noto Sans JP"/>
                <a:ea typeface="Yu Gothic"/>
              </a:rPr>
              <a:t>D19</a:t>
            </a:r>
          </a:p>
        </p:txBody>
      </p:sp>
      <p:sp>
        <p:nvSpPr>
          <p:cNvPr id="253" name="Gantt 253"/>
          <p:cNvSpPr/>
          <p:nvPr/>
        </p:nvSpPr>
        <p:spPr>
          <a:xfrm>
            <a:off x="10782082" y="2734056"/>
            <a:ext cx="7315" cy="2002536"/>
          </a:xfrm>
          <a:prstGeom prst="rect">
            <a:avLst/>
          </a:prstGeom>
          <a:solidFill>
            <a:srgbClr val="D9E2E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54" name="Gantt 254"/>
          <p:cNvSpPr txBox="1"/>
          <p:nvPr/>
        </p:nvSpPr>
        <p:spPr>
          <a:xfrm>
            <a:off x="10644922" y="2542032"/>
            <a:ext cx="274320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900" b="0">
                <a:solidFill>
                  <a:srgbClr val="646F7B"/>
                </a:solidFill>
                <a:latin typeface="Noto Sans JP"/>
                <a:ea typeface="Yu Gothic"/>
              </a:rPr>
              <a:t>D24</a:t>
            </a:r>
          </a:p>
        </p:txBody>
      </p:sp>
      <p:sp>
        <p:nvSpPr>
          <p:cNvPr id="255" name="Gantt 255"/>
          <p:cNvSpPr/>
          <p:nvPr/>
        </p:nvSpPr>
        <p:spPr>
          <a:xfrm>
            <a:off x="11402568" y="2734056"/>
            <a:ext cx="7315" cy="2002536"/>
          </a:xfrm>
          <a:prstGeom prst="rect">
            <a:avLst/>
          </a:prstGeom>
          <a:solidFill>
            <a:srgbClr val="D9E2EB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56" name="Gantt 256"/>
          <p:cNvSpPr txBox="1"/>
          <p:nvPr/>
        </p:nvSpPr>
        <p:spPr>
          <a:xfrm>
            <a:off x="11265408" y="2542032"/>
            <a:ext cx="274320" cy="1737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900" b="0">
                <a:solidFill>
                  <a:srgbClr val="646F7B"/>
                </a:solidFill>
                <a:latin typeface="Noto Sans JP"/>
                <a:ea typeface="Yu Gothic"/>
              </a:rPr>
              <a:t>D29</a:t>
            </a:r>
          </a:p>
        </p:txBody>
      </p:sp>
      <p:sp>
        <p:nvSpPr>
          <p:cNvPr id="257" name="Gantt 257"/>
          <p:cNvSpPr txBox="1"/>
          <p:nvPr/>
        </p:nvSpPr>
        <p:spPr>
          <a:xfrm>
            <a:off x="6318504" y="2807208"/>
            <a:ext cx="1545336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4"/>
              </a:lnSpc>
              <a:defRPr sz="1020" b="0">
                <a:solidFill>
                  <a:srgbClr val="23354F"/>
                </a:solidFill>
                <a:latin typeface="Yu Gothic"/>
                <a:ea typeface="Yu Gothic"/>
              </a:defRPr>
            </a:pPr>
            <a:r>
              <a:rPr sz="1020" b="0">
                <a:solidFill>
                  <a:srgbClr val="23354F"/>
                </a:solidFill>
                <a:latin typeface="Noto Sans JP"/>
                <a:ea typeface="Yu Gothic"/>
              </a:rPr>
              <a:t>卵胞ホルモン剤</a:t>
            </a:r>
          </a:p>
        </p:txBody>
      </p:sp>
      <p:sp>
        <p:nvSpPr>
          <p:cNvPr id="258" name="Gantt 258"/>
          <p:cNvSpPr/>
          <p:nvPr/>
        </p:nvSpPr>
        <p:spPr>
          <a:xfrm>
            <a:off x="7927848" y="2830068"/>
            <a:ext cx="3451207" cy="228600"/>
          </a:xfrm>
          <a:prstGeom prst="roundRect">
            <a:avLst/>
          </a:prstGeom>
          <a:solidFill>
            <a:srgbClr val="AFC6DD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59" name="Gantt 259"/>
          <p:cNvSpPr txBox="1"/>
          <p:nvPr/>
        </p:nvSpPr>
        <p:spPr>
          <a:xfrm>
            <a:off x="7973568" y="2848356"/>
            <a:ext cx="3359767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140"/>
              </a:lnSpc>
              <a:defRPr sz="950" b="1">
                <a:solidFill>
                  <a:srgbClr val="FFFFFF"/>
                </a:solidFill>
                <a:latin typeface="Yu Gothic"/>
                <a:ea typeface="Yu Gothic"/>
              </a:defRPr>
            </a:pPr>
            <a:r>
              <a:rPr sz="950" b="1">
                <a:solidFill>
                  <a:srgbClr val="2D5278"/>
                </a:solidFill>
                <a:latin typeface="Noto Sans JP"/>
                <a:ea typeface="Yu Gothic"/>
              </a:rPr>
              <a:t>D1〜28</a:t>
            </a:r>
            <a:endParaRPr lang="en-US" sz="950" b="1">
              <a:solidFill>
                <a:srgbClr val="2D5278"/>
              </a:solidFill>
              <a:latin typeface="Noto Sans JP"/>
              <a:ea typeface="Yu Gothic"/>
            </a:endParaRPr>
          </a:p>
        </p:txBody>
      </p:sp>
      <p:sp>
        <p:nvSpPr>
          <p:cNvPr id="260" name="Gantt 260"/>
          <p:cNvSpPr txBox="1"/>
          <p:nvPr/>
        </p:nvSpPr>
        <p:spPr>
          <a:xfrm>
            <a:off x="6318504" y="3200400"/>
            <a:ext cx="1545336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4"/>
              </a:lnSpc>
              <a:defRPr sz="1020" b="0">
                <a:solidFill>
                  <a:srgbClr val="23354F"/>
                </a:solidFill>
                <a:latin typeface="Yu Gothic"/>
                <a:ea typeface="Yu Gothic"/>
              </a:defRPr>
            </a:pPr>
            <a:r>
              <a:rPr sz="1020" b="0">
                <a:solidFill>
                  <a:srgbClr val="23354F"/>
                </a:solidFill>
                <a:latin typeface="Noto Sans JP"/>
                <a:ea typeface="Yu Gothic"/>
              </a:rPr>
              <a:t>黄体ホルモン剤</a:t>
            </a:r>
          </a:p>
        </p:txBody>
      </p:sp>
      <p:sp>
        <p:nvSpPr>
          <p:cNvPr id="261" name="Gantt 261"/>
          <p:cNvSpPr/>
          <p:nvPr/>
        </p:nvSpPr>
        <p:spPr>
          <a:xfrm>
            <a:off x="9541111" y="3223260"/>
            <a:ext cx="1837944" cy="228600"/>
          </a:xfrm>
          <a:prstGeom prst="roundRect">
            <a:avLst/>
          </a:prstGeom>
          <a:solidFill>
            <a:srgbClr val="AFC6DD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62" name="Gantt 262"/>
          <p:cNvSpPr txBox="1"/>
          <p:nvPr/>
        </p:nvSpPr>
        <p:spPr>
          <a:xfrm>
            <a:off x="9586831" y="3241548"/>
            <a:ext cx="1746504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140"/>
              </a:lnSpc>
              <a:defRPr sz="950" b="1">
                <a:solidFill>
                  <a:srgbClr val="FFFFFF"/>
                </a:solidFill>
                <a:latin typeface="Yu Gothic"/>
                <a:ea typeface="Yu Gothic"/>
              </a:defRPr>
            </a:pPr>
            <a:r>
              <a:rPr sz="950" b="1">
                <a:solidFill>
                  <a:srgbClr val="2D5278"/>
                </a:solidFill>
                <a:latin typeface="Noto Sans JP"/>
                <a:ea typeface="Yu Gothic"/>
              </a:rPr>
              <a:t>D14〜28</a:t>
            </a:r>
            <a:endParaRPr lang="en-US" sz="950" b="1">
              <a:solidFill>
                <a:srgbClr val="2D5278"/>
              </a:solidFill>
              <a:latin typeface="Noto Sans JP"/>
              <a:ea typeface="Yu Gothic"/>
            </a:endParaRPr>
          </a:p>
        </p:txBody>
      </p:sp>
      <p:sp>
        <p:nvSpPr>
          <p:cNvPr id="263" name="Gantt 263"/>
          <p:cNvSpPr txBox="1"/>
          <p:nvPr/>
        </p:nvSpPr>
        <p:spPr>
          <a:xfrm>
            <a:off x="6318504" y="3593592"/>
            <a:ext cx="1545336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4"/>
              </a:lnSpc>
              <a:defRPr sz="1020" b="0">
                <a:solidFill>
                  <a:srgbClr val="23354F"/>
                </a:solidFill>
                <a:latin typeface="Yu Gothic"/>
                <a:ea typeface="Yu Gothic"/>
              </a:defRPr>
            </a:pPr>
            <a:r>
              <a:rPr sz="1020" b="0">
                <a:solidFill>
                  <a:srgbClr val="23354F"/>
                </a:solidFill>
                <a:latin typeface="Noto Sans JP"/>
                <a:ea typeface="Yu Gothic"/>
              </a:rPr>
              <a:t>胚移植</a:t>
            </a:r>
          </a:p>
        </p:txBody>
      </p:sp>
      <p:sp>
        <p:nvSpPr>
          <p:cNvPr id="264" name="Gantt 264"/>
          <p:cNvSpPr/>
          <p:nvPr/>
        </p:nvSpPr>
        <p:spPr>
          <a:xfrm>
            <a:off x="10120449" y="3634740"/>
            <a:ext cx="82296" cy="182880"/>
          </a:xfrm>
          <a:prstGeom prst="rect">
            <a:avLst/>
          </a:prstGeom>
          <a:solidFill>
            <a:srgbClr val="509791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65" name="Gantt 265"/>
          <p:cNvSpPr txBox="1"/>
          <p:nvPr/>
        </p:nvSpPr>
        <p:spPr>
          <a:xfrm>
            <a:off x="8963733" y="3639312"/>
            <a:ext cx="109728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defRPr sz="1000" b="1">
                <a:solidFill>
                  <a:srgbClr val="509791"/>
                </a:solidFill>
                <a:latin typeface="Yu Gothic"/>
                <a:ea typeface="Yu Gothic"/>
              </a:defRPr>
            </a:pPr>
            <a:r>
              <a:rPr sz="1000" b="1">
                <a:solidFill>
                  <a:srgbClr val="2D5278"/>
                </a:solidFill>
                <a:latin typeface="Noto Sans JP"/>
                <a:ea typeface="Yu Gothic"/>
              </a:rPr>
              <a:t>D19</a:t>
            </a:r>
            <a:endParaRPr lang="en-US" sz="1000" b="1">
              <a:solidFill>
                <a:srgbClr val="2D5278"/>
              </a:solidFill>
              <a:latin typeface="Noto Sans JP"/>
              <a:ea typeface="Yu Gothic"/>
            </a:endParaRPr>
          </a:p>
        </p:txBody>
      </p:sp>
      <p:sp>
        <p:nvSpPr>
          <p:cNvPr id="266" name="Gantt 266"/>
          <p:cNvSpPr txBox="1"/>
          <p:nvPr/>
        </p:nvSpPr>
        <p:spPr>
          <a:xfrm>
            <a:off x="6318504" y="3986784"/>
            <a:ext cx="1545336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4"/>
              </a:lnSpc>
              <a:defRPr sz="1020" b="0">
                <a:solidFill>
                  <a:srgbClr val="23354F"/>
                </a:solidFill>
                <a:latin typeface="Yu Gothic"/>
                <a:ea typeface="Yu Gothic"/>
              </a:defRPr>
            </a:pPr>
            <a:r>
              <a:rPr sz="1020" b="0">
                <a:solidFill>
                  <a:srgbClr val="23354F"/>
                </a:solidFill>
                <a:latin typeface="Noto Sans JP"/>
                <a:ea typeface="Yu Gothic"/>
              </a:rPr>
              <a:t>妊娠判定</a:t>
            </a:r>
          </a:p>
        </p:txBody>
      </p:sp>
      <p:sp>
        <p:nvSpPr>
          <p:cNvPr id="267" name="Gantt 267"/>
          <p:cNvSpPr/>
          <p:nvPr/>
        </p:nvSpPr>
        <p:spPr>
          <a:xfrm>
            <a:off x="11361420" y="4027932"/>
            <a:ext cx="82296" cy="182880"/>
          </a:xfrm>
          <a:prstGeom prst="rect">
            <a:avLst/>
          </a:prstGeom>
          <a:solidFill>
            <a:srgbClr val="2D5278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68" name="Gantt 268"/>
          <p:cNvSpPr txBox="1"/>
          <p:nvPr/>
        </p:nvSpPr>
        <p:spPr>
          <a:xfrm>
            <a:off x="10204704" y="4032504"/>
            <a:ext cx="109728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defRPr sz="1000" b="1">
                <a:solidFill>
                  <a:srgbClr val="509791"/>
                </a:solidFill>
                <a:latin typeface="Yu Gothic"/>
                <a:ea typeface="Yu Gothic"/>
              </a:defRPr>
            </a:pPr>
            <a:r>
              <a:rPr sz="1000" b="1">
                <a:solidFill>
                  <a:srgbClr val="2D5278"/>
                </a:solidFill>
                <a:latin typeface="Noto Sans JP"/>
                <a:ea typeface="Yu Gothic"/>
              </a:rPr>
              <a:t>D29</a:t>
            </a:r>
          </a:p>
        </p:txBody>
      </p:sp>
      <p:sp>
        <p:nvSpPr>
          <p:cNvPr id="269" name="Gantt 269"/>
          <p:cNvSpPr txBox="1"/>
          <p:nvPr/>
        </p:nvSpPr>
        <p:spPr>
          <a:xfrm>
            <a:off x="6318504" y="4379976"/>
            <a:ext cx="1545336" cy="34747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24"/>
              </a:lnSpc>
              <a:defRPr sz="1020" b="0">
                <a:solidFill>
                  <a:srgbClr val="23354F"/>
                </a:solidFill>
                <a:latin typeface="Yu Gothic"/>
                <a:ea typeface="Yu Gothic"/>
              </a:defRPr>
            </a:pPr>
            <a:r>
              <a:rPr sz="1020" b="0">
                <a:solidFill>
                  <a:srgbClr val="23354F"/>
                </a:solidFill>
                <a:latin typeface="Noto Sans JP"/>
                <a:ea typeface="Yu Gothic"/>
              </a:rPr>
              <a:t>通院（内膜確認等）</a:t>
            </a:r>
          </a:p>
        </p:txBody>
      </p:sp>
      <p:sp>
        <p:nvSpPr>
          <p:cNvPr id="270" name="Gantt 270"/>
          <p:cNvSpPr/>
          <p:nvPr/>
        </p:nvSpPr>
        <p:spPr>
          <a:xfrm>
            <a:off x="7886700" y="4453128"/>
            <a:ext cx="82296" cy="82296"/>
          </a:xfrm>
          <a:prstGeom prst="ellipse">
            <a:avLst/>
          </a:prstGeom>
          <a:solidFill>
            <a:srgbClr val="2D5278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71" name="Gantt 271"/>
          <p:cNvSpPr/>
          <p:nvPr/>
        </p:nvSpPr>
        <p:spPr>
          <a:xfrm>
            <a:off x="8879477" y="4453128"/>
            <a:ext cx="82296" cy="82296"/>
          </a:xfrm>
          <a:prstGeom prst="ellipse">
            <a:avLst/>
          </a:prstGeom>
          <a:solidFill>
            <a:srgbClr val="2D5278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72" name="Gantt 272"/>
          <p:cNvSpPr/>
          <p:nvPr/>
        </p:nvSpPr>
        <p:spPr>
          <a:xfrm>
            <a:off x="9748157" y="4453128"/>
            <a:ext cx="82296" cy="82296"/>
          </a:xfrm>
          <a:prstGeom prst="ellipse">
            <a:avLst/>
          </a:prstGeom>
          <a:solidFill>
            <a:srgbClr val="2D5278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73" name="Gantt 273"/>
          <p:cNvSpPr/>
          <p:nvPr/>
        </p:nvSpPr>
        <p:spPr>
          <a:xfrm>
            <a:off x="10120449" y="4453128"/>
            <a:ext cx="82296" cy="82296"/>
          </a:xfrm>
          <a:prstGeom prst="ellipse">
            <a:avLst/>
          </a:prstGeom>
          <a:solidFill>
            <a:srgbClr val="509791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74" name="Gantt 274"/>
          <p:cNvSpPr/>
          <p:nvPr/>
        </p:nvSpPr>
        <p:spPr>
          <a:xfrm>
            <a:off x="11361420" y="4453128"/>
            <a:ext cx="82296" cy="82296"/>
          </a:xfrm>
          <a:prstGeom prst="ellipse">
            <a:avLst/>
          </a:prstGeom>
          <a:solidFill>
            <a:srgbClr val="2D5278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75" name="Gantt 275"/>
          <p:cNvSpPr txBox="1"/>
          <p:nvPr/>
        </p:nvSpPr>
        <p:spPr>
          <a:xfrm>
            <a:off x="7754112" y="4567428"/>
            <a:ext cx="347472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lang="en-US" sz="900" b="1">
                <a:solidFill>
                  <a:srgbClr val="2D5278"/>
                </a:solidFill>
                <a:latin typeface="Noto Sans JP"/>
                <a:ea typeface="Yu Gothic"/>
              </a:rPr>
              <a:t>D1</a:t>
            </a:r>
          </a:p>
        </p:txBody>
      </p:sp>
      <p:sp>
        <p:nvSpPr>
          <p:cNvPr id="276" name="Gantt 276"/>
          <p:cNvSpPr txBox="1"/>
          <p:nvPr/>
        </p:nvSpPr>
        <p:spPr>
          <a:xfrm>
            <a:off x="685800" y="4873752"/>
            <a:ext cx="5138928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6"/>
              </a:lnSpc>
              <a:defRPr sz="1030" b="0">
                <a:solidFill>
                  <a:srgbClr val="23354F"/>
                </a:solidFill>
                <a:latin typeface="Yu Gothic"/>
                <a:ea typeface="Yu Gothic"/>
              </a:defRPr>
            </a:pPr>
            <a:r>
              <a:rPr sz="1030" b="0">
                <a:solidFill>
                  <a:srgbClr val="23354F"/>
                </a:solidFill>
                <a:latin typeface="Noto Sans JP"/>
                <a:ea typeface="Yu Gothic"/>
              </a:rPr>
              <a:t>※点鼻の終了日は医師の指示。トリガーはhCG注射または点鼻。</a:t>
            </a:r>
          </a:p>
          <a:p>
            <a:pPr algn="l">
              <a:lnSpc>
                <a:spcPts val="1236"/>
              </a:lnSpc>
              <a:defRPr sz="1030" b="0">
                <a:solidFill>
                  <a:srgbClr val="23354F"/>
                </a:solidFill>
                <a:latin typeface="Yu Gothic"/>
                <a:ea typeface="Yu Gothic"/>
              </a:defRPr>
            </a:pPr>
            <a:r>
              <a:rPr sz="1030" b="0">
                <a:solidFill>
                  <a:srgbClr val="23354F"/>
                </a:solidFill>
                <a:latin typeface="Noto Sans JP"/>
                <a:ea typeface="Yu Gothic"/>
              </a:rPr>
              <a:t>採卵後は受精・培養・胚凍結（後周期に移植）。</a:t>
            </a:r>
          </a:p>
        </p:txBody>
      </p:sp>
      <p:sp>
        <p:nvSpPr>
          <p:cNvPr id="277" name="Gantt 277"/>
          <p:cNvSpPr txBox="1"/>
          <p:nvPr/>
        </p:nvSpPr>
        <p:spPr>
          <a:xfrm>
            <a:off x="6345936" y="4873752"/>
            <a:ext cx="5138928" cy="6400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36"/>
              </a:lnSpc>
              <a:defRPr sz="1030" b="0">
                <a:solidFill>
                  <a:srgbClr val="23354F"/>
                </a:solidFill>
                <a:latin typeface="Yu Gothic"/>
                <a:ea typeface="Yu Gothic"/>
              </a:defRPr>
            </a:pPr>
            <a:r>
              <a:rPr sz="1030" b="0">
                <a:solidFill>
                  <a:srgbClr val="23354F"/>
                </a:solidFill>
                <a:latin typeface="Noto Sans JP"/>
                <a:ea typeface="Yu Gothic"/>
              </a:rPr>
              <a:t>卵胞ホルモン剤：経口薬または貼付薬</a:t>
            </a:r>
          </a:p>
          <a:p>
            <a:pPr algn="l">
              <a:lnSpc>
                <a:spcPts val="1236"/>
              </a:lnSpc>
              <a:defRPr sz="1030" b="0">
                <a:solidFill>
                  <a:srgbClr val="23354F"/>
                </a:solidFill>
                <a:latin typeface="Yu Gothic"/>
                <a:ea typeface="Yu Gothic"/>
              </a:defRPr>
            </a:pPr>
            <a:r>
              <a:rPr sz="1030" b="0">
                <a:solidFill>
                  <a:srgbClr val="23354F"/>
                </a:solidFill>
                <a:latin typeface="Noto Sans JP"/>
                <a:ea typeface="Yu Gothic"/>
              </a:rPr>
              <a:t>黄体ホルモン剤：腟座薬・経口薬</a:t>
            </a:r>
          </a:p>
        </p:txBody>
      </p:sp>
      <p:sp>
        <p:nvSpPr>
          <p:cNvPr id="278" name="Gantt 278"/>
          <p:cNvSpPr/>
          <p:nvPr/>
        </p:nvSpPr>
        <p:spPr>
          <a:xfrm>
            <a:off x="658368" y="5641848"/>
            <a:ext cx="10927080" cy="566928"/>
          </a:xfrm>
          <a:prstGeom prst="rect">
            <a:avLst/>
          </a:prstGeom>
          <a:solidFill>
            <a:srgbClr val="FAF4E4"/>
          </a:solidFill>
          <a:ln>
            <a:noFill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279" name="Gantt 279"/>
          <p:cNvSpPr txBox="1"/>
          <p:nvPr/>
        </p:nvSpPr>
        <p:spPr>
          <a:xfrm>
            <a:off x="841248" y="5724144"/>
            <a:ext cx="1056132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1000" b="0" dirty="0" err="1">
                <a:solidFill>
                  <a:srgbClr val="646F7B"/>
                </a:solidFill>
                <a:latin typeface="Noto Sans JP"/>
                <a:ea typeface="Yu Gothic"/>
              </a:rPr>
              <a:t>横棒＝投薬期間</a:t>
            </a:r>
            <a:r>
              <a:rPr sz="1000" b="0" dirty="0">
                <a:solidFill>
                  <a:srgbClr val="646F7B"/>
                </a:solidFill>
                <a:latin typeface="Noto Sans JP"/>
                <a:ea typeface="Yu Gothic"/>
              </a:rPr>
              <a:t>　</a:t>
            </a:r>
            <a:r>
              <a:rPr sz="1000" b="0" dirty="0" err="1">
                <a:solidFill>
                  <a:srgbClr val="646F7B"/>
                </a:solidFill>
                <a:latin typeface="Noto Sans JP"/>
                <a:ea typeface="Yu Gothic"/>
              </a:rPr>
              <a:t>縦マーカ</a:t>
            </a:r>
            <a:r>
              <a:rPr sz="1000" b="0" dirty="0">
                <a:solidFill>
                  <a:srgbClr val="646F7B"/>
                </a:solidFill>
                <a:latin typeface="Noto Sans JP"/>
                <a:ea typeface="Yu Gothic"/>
              </a:rPr>
              <a:t>ー＝</a:t>
            </a:r>
            <a:r>
              <a:rPr sz="1000" b="0" dirty="0" err="1">
                <a:solidFill>
                  <a:srgbClr val="646F7B"/>
                </a:solidFill>
                <a:latin typeface="Noto Sans JP"/>
                <a:ea typeface="Yu Gothic"/>
              </a:rPr>
              <a:t>開始・処置日</a:t>
            </a:r>
            <a:r>
              <a:rPr sz="1000" b="0" dirty="0">
                <a:solidFill>
                  <a:srgbClr val="646F7B"/>
                </a:solidFill>
                <a:latin typeface="Noto Sans JP"/>
                <a:ea typeface="Yu Gothic"/>
              </a:rPr>
              <a:t>　</a:t>
            </a:r>
            <a:r>
              <a:rPr lang="en-US" sz="1000" dirty="0">
                <a:solidFill>
                  <a:srgbClr val="646F7B"/>
                </a:solidFill>
                <a:latin typeface="Noto Sans JP"/>
                <a:ea typeface="Yu Gothic"/>
              </a:rPr>
              <a:t>●＝</a:t>
            </a:r>
            <a:r>
              <a:rPr sz="1000" b="0" dirty="0">
                <a:solidFill>
                  <a:srgbClr val="646F7B"/>
                </a:solidFill>
                <a:latin typeface="Noto Sans JP"/>
                <a:ea typeface="Yu Gothic"/>
              </a:rPr>
              <a:t>通院日。D＝各周期の月経開始日を1日目とした日数。</a:t>
            </a:r>
            <a:endParaRPr lang="en-US" sz="1000" b="0" dirty="0">
              <a:solidFill>
                <a:srgbClr val="646F7B"/>
              </a:solidFill>
              <a:latin typeface="Noto Sans JP"/>
              <a:ea typeface="Yu Gothic"/>
            </a:endParaRPr>
          </a:p>
          <a:p>
            <a:pPr algn="l">
              <a:lnSpc>
                <a:spcPts val="1200"/>
              </a:lnSpc>
              <a:defRPr sz="10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1000" b="0" dirty="0" err="1">
                <a:solidFill>
                  <a:srgbClr val="646F7B"/>
                </a:solidFill>
                <a:latin typeface="Noto Sans JP"/>
                <a:ea typeface="Yu Gothic"/>
              </a:rPr>
              <a:t>添付資料のモデル例。通院・投薬は医師の指示で調整</a:t>
            </a:r>
            <a:r>
              <a:rPr sz="1000" b="0" dirty="0">
                <a:solidFill>
                  <a:srgbClr val="646F7B"/>
                </a:solidFill>
                <a:latin typeface="Noto Sans JP"/>
                <a:ea typeface="Yu Gothic"/>
              </a:rPr>
              <a:t>。</a:t>
            </a:r>
          </a:p>
        </p:txBody>
      </p:sp>
      <p:sp>
        <p:nvSpPr>
          <p:cNvPr id="280" name="Visit day 7"/>
          <p:cNvSpPr txBox="1"/>
          <p:nvPr/>
        </p:nvSpPr>
        <p:spPr>
          <a:xfrm>
            <a:off x="3693473" y="4567428"/>
            <a:ext cx="347472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900" b="1">
                <a:solidFill>
                  <a:srgbClr val="4B739B"/>
                </a:solidFill>
                <a:latin typeface="Noto Sans JP"/>
                <a:ea typeface="Yu Gothic"/>
              </a:rPr>
              <a:t>D7</a:t>
            </a:r>
            <a:endParaRPr lang="en-US" sz="900" b="1">
              <a:solidFill>
                <a:srgbClr val="4B739B"/>
              </a:solidFill>
              <a:latin typeface="Noto Sans JP"/>
              <a:ea typeface="Yu Gothic"/>
            </a:endParaRPr>
          </a:p>
        </p:txBody>
      </p:sp>
      <p:sp>
        <p:nvSpPr>
          <p:cNvPr id="281" name="Visit day 10"/>
          <p:cNvSpPr txBox="1"/>
          <p:nvPr/>
        </p:nvSpPr>
        <p:spPr>
          <a:xfrm>
            <a:off x="4493221" y="4567428"/>
            <a:ext cx="347472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900" b="1">
                <a:solidFill>
                  <a:srgbClr val="4B739B"/>
                </a:solidFill>
                <a:latin typeface="Noto Sans JP"/>
                <a:ea typeface="Yu Gothic"/>
              </a:rPr>
              <a:t>D10</a:t>
            </a:r>
            <a:endParaRPr lang="en-US" sz="900" b="1">
              <a:solidFill>
                <a:srgbClr val="4B739B"/>
              </a:solidFill>
              <a:latin typeface="Noto Sans JP"/>
              <a:ea typeface="Yu Gothic"/>
            </a:endParaRPr>
          </a:p>
        </p:txBody>
      </p:sp>
      <p:sp>
        <p:nvSpPr>
          <p:cNvPr id="282" name="Visit day 12"/>
          <p:cNvSpPr txBox="1"/>
          <p:nvPr/>
        </p:nvSpPr>
        <p:spPr>
          <a:xfrm>
            <a:off x="5026386" y="4567428"/>
            <a:ext cx="347472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900" b="1">
                <a:solidFill>
                  <a:srgbClr val="4B739B"/>
                </a:solidFill>
                <a:latin typeface="Noto Sans JP"/>
                <a:ea typeface="Yu Gothic"/>
              </a:rPr>
              <a:t>D12</a:t>
            </a:r>
            <a:endParaRPr lang="en-US" sz="900" b="1">
              <a:solidFill>
                <a:srgbClr val="4B739B"/>
              </a:solidFill>
              <a:latin typeface="Noto Sans JP"/>
              <a:ea typeface="Yu Gothic"/>
            </a:endParaRPr>
          </a:p>
        </p:txBody>
      </p:sp>
      <p:sp>
        <p:nvSpPr>
          <p:cNvPr id="283" name="Visit day 14"/>
          <p:cNvSpPr txBox="1"/>
          <p:nvPr/>
        </p:nvSpPr>
        <p:spPr>
          <a:xfrm>
            <a:off x="5559552" y="4567428"/>
            <a:ext cx="347472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900" b="1">
                <a:solidFill>
                  <a:srgbClr val="4B739B"/>
                </a:solidFill>
                <a:latin typeface="Noto Sans JP"/>
                <a:ea typeface="Yu Gothic"/>
              </a:rPr>
              <a:t>D14</a:t>
            </a:r>
            <a:endParaRPr lang="en-US" sz="900" b="1">
              <a:solidFill>
                <a:srgbClr val="4B739B"/>
              </a:solidFill>
              <a:latin typeface="Noto Sans JP"/>
              <a:ea typeface="Yu Gothic"/>
            </a:endParaRPr>
          </a:p>
        </p:txBody>
      </p:sp>
      <p:sp>
        <p:nvSpPr>
          <p:cNvPr id="284" name="Visit day 9"/>
          <p:cNvSpPr txBox="1"/>
          <p:nvPr/>
        </p:nvSpPr>
        <p:spPr>
          <a:xfrm>
            <a:off x="8746889" y="4567428"/>
            <a:ext cx="347472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900" b="1">
                <a:solidFill>
                  <a:srgbClr val="2D5278"/>
                </a:solidFill>
                <a:latin typeface="Noto Sans JP"/>
                <a:ea typeface="Yu Gothic"/>
              </a:rPr>
              <a:t>D9</a:t>
            </a:r>
            <a:endParaRPr lang="en-US" sz="900" b="1">
              <a:solidFill>
                <a:srgbClr val="2D5278"/>
              </a:solidFill>
              <a:latin typeface="Noto Sans JP"/>
              <a:ea typeface="Yu Gothic"/>
            </a:endParaRPr>
          </a:p>
        </p:txBody>
      </p:sp>
      <p:sp>
        <p:nvSpPr>
          <p:cNvPr id="285" name="Visit day 16"/>
          <p:cNvSpPr txBox="1"/>
          <p:nvPr/>
        </p:nvSpPr>
        <p:spPr>
          <a:xfrm>
            <a:off x="9615569" y="4567428"/>
            <a:ext cx="347472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900" b="1">
                <a:solidFill>
                  <a:srgbClr val="2D5278"/>
                </a:solidFill>
                <a:latin typeface="Noto Sans JP"/>
                <a:ea typeface="Yu Gothic"/>
              </a:rPr>
              <a:t>D16</a:t>
            </a:r>
            <a:endParaRPr lang="en-US" sz="900" b="1">
              <a:solidFill>
                <a:srgbClr val="2D5278"/>
              </a:solidFill>
              <a:latin typeface="Noto Sans JP"/>
              <a:ea typeface="Yu Gothic"/>
            </a:endParaRPr>
          </a:p>
        </p:txBody>
      </p:sp>
      <p:sp>
        <p:nvSpPr>
          <p:cNvPr id="286" name="Visit day 19"/>
          <p:cNvSpPr txBox="1"/>
          <p:nvPr/>
        </p:nvSpPr>
        <p:spPr>
          <a:xfrm>
            <a:off x="9987861" y="4567428"/>
            <a:ext cx="347472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900" b="1">
                <a:solidFill>
                  <a:srgbClr val="2D5278"/>
                </a:solidFill>
                <a:latin typeface="Noto Sans JP"/>
                <a:ea typeface="Yu Gothic"/>
              </a:rPr>
              <a:t>D19</a:t>
            </a:r>
            <a:endParaRPr lang="en-US" sz="900" b="1">
              <a:solidFill>
                <a:srgbClr val="2D5278"/>
              </a:solidFill>
              <a:latin typeface="Noto Sans JP"/>
              <a:ea typeface="Yu Gothic"/>
            </a:endParaRPr>
          </a:p>
        </p:txBody>
      </p:sp>
      <p:sp>
        <p:nvSpPr>
          <p:cNvPr id="287" name="Visit day 29"/>
          <p:cNvSpPr txBox="1"/>
          <p:nvPr/>
        </p:nvSpPr>
        <p:spPr>
          <a:xfrm>
            <a:off x="11228832" y="4567428"/>
            <a:ext cx="347472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80"/>
              </a:lnSpc>
              <a:defRPr sz="900" b="0">
                <a:solidFill>
                  <a:srgbClr val="646F7B"/>
                </a:solidFill>
                <a:latin typeface="Yu Gothic"/>
                <a:ea typeface="Yu Gothic"/>
              </a:defRPr>
            </a:pPr>
            <a:r>
              <a:rPr sz="900" b="1">
                <a:solidFill>
                  <a:srgbClr val="2D5278"/>
                </a:solidFill>
                <a:latin typeface="Noto Sans JP"/>
                <a:ea typeface="Yu Gothic"/>
              </a:rPr>
              <a:t>D29</a:t>
            </a:r>
            <a:endParaRPr lang="en-US" sz="900" b="1">
              <a:solidFill>
                <a:srgbClr val="2D5278"/>
              </a:solidFill>
              <a:latin typeface="Noto Sans JP"/>
              <a:ea typeface="Yu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85800"/>
            <a:ext cx="47625" cy="3199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55837"/>
            <a:ext cx="3530649" cy="2323504"/>
          </a:xfrm>
          <a:prstGeom prst="roundRect">
            <a:avLst>
              <a:gd name="adj" fmla="val 3279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2655837"/>
            <a:ext cx="3530649" cy="2323504"/>
          </a:xfrm>
          <a:prstGeom prst="roundRect">
            <a:avLst>
              <a:gd name="adj" fmla="val 3279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2655837"/>
            <a:ext cx="3530649" cy="2323504"/>
          </a:xfrm>
          <a:prstGeom prst="roundRect">
            <a:avLst>
              <a:gd name="adj" fmla="val 3279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655837"/>
            <a:ext cx="3530649" cy="38100"/>
          </a:xfrm>
          <a:prstGeom prst="rect">
            <a:avLst/>
          </a:prstGeom>
          <a:solidFill>
            <a:srgbClr val="4F7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30749" y="2655837"/>
            <a:ext cx="3530649" cy="38100"/>
          </a:xfrm>
          <a:prstGeom prst="rect">
            <a:avLst/>
          </a:prstGeom>
          <a:solidFill>
            <a:srgbClr val="509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51899" y="2655837"/>
            <a:ext cx="3530649" cy="38100"/>
          </a:xfrm>
          <a:prstGeom prst="rect">
            <a:avLst/>
          </a:prstGeom>
          <a:solidFill>
            <a:srgbClr val="D2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38200" y="2922537"/>
            <a:ext cx="670024" cy="238125"/>
          </a:xfrm>
          <a:prstGeom prst="roundRect">
            <a:avLst>
              <a:gd name="adj" fmla="val 16000"/>
            </a:avLst>
          </a:prstGeom>
          <a:solidFill>
            <a:srgbClr val="4F7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59349" y="2922537"/>
            <a:ext cx="670024" cy="238125"/>
          </a:xfrm>
          <a:prstGeom prst="roundRect">
            <a:avLst>
              <a:gd name="adj" fmla="val 16000"/>
            </a:avLst>
          </a:prstGeom>
          <a:solidFill>
            <a:srgbClr val="509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80499" y="2922537"/>
            <a:ext cx="670024" cy="238125"/>
          </a:xfrm>
          <a:prstGeom prst="roundRect">
            <a:avLst>
              <a:gd name="adj" fmla="val 16000"/>
            </a:avLst>
          </a:prstGeom>
          <a:solidFill>
            <a:srgbClr val="D2A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B6CB0"/>
                </a:solidFill>
                <a:latin typeface="Noto Sans JP"/>
              </a:rPr>
              <a:t>WORK &amp; CLINIC VISITS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85800"/>
            <a:ext cx="1322478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ja-JP" sz="2100" b="1">
                <a:solidFill>
                  <a:srgbClr val="1A365D"/>
                </a:solidFill>
                <a:latin typeface="Noto Sans JP"/>
                <a:ea typeface="ＭＳ Ｐゴシック"/>
              </a:rPr>
              <a:t>通院</a:t>
            </a:r>
            <a:r>
              <a:rPr lang="ja-JP" altLang="en-US" sz="2100" b="1">
                <a:solidFill>
                  <a:srgbClr val="1A365D"/>
                </a:solidFill>
                <a:latin typeface="Noto Sans JP"/>
                <a:ea typeface="ＭＳ Ｐゴシック"/>
              </a:rPr>
              <a:t>の</a:t>
            </a:r>
            <a:r>
              <a:rPr lang="ja-JP" sz="2100" b="1">
                <a:solidFill>
                  <a:srgbClr val="1A365D"/>
                </a:solidFill>
                <a:latin typeface="Noto Sans JP"/>
                <a:ea typeface="ＭＳ Ｐゴシック"/>
              </a:rPr>
              <a:t>調整</a:t>
            </a:r>
            <a:endParaRPr lang="en-US" sz="2100" b="1" i="0" u="none" err="1">
              <a:solidFill>
                <a:srgbClr val="1A365D"/>
              </a:solidFill>
              <a:latin typeface="Noto Sans JP"/>
              <a:ea typeface="ＭＳ Ｐゴシック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58664" y="4116513"/>
            <a:ext cx="316869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718096"/>
                </a:solidFill>
                <a:latin typeface="Noto Sans JP"/>
              </a:rPr>
              <a:t>※移植周期は「ホルモン補充周期」をとることで日付固定可能（突発調整を最小化）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60637"/>
            <a:ext cx="612874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Noto Sans JP"/>
              </a:rPr>
              <a:t> </a:t>
            </a:r>
            <a:r>
              <a:rPr sz="900" b="1" i="0" u="none" err="1">
                <a:solidFill>
                  <a:srgbClr val="FFFFFF"/>
                </a:solidFill>
                <a:latin typeface="Noto Sans JP"/>
              </a:rPr>
              <a:t>区分</a:t>
            </a:r>
            <a:r>
              <a:rPr sz="900" b="1" i="0" u="none">
                <a:solidFill>
                  <a:srgbClr val="FFFFFF"/>
                </a:solidFill>
                <a:latin typeface="Noto Sans JP"/>
              </a:rPr>
              <a:t>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4424" y="2941587"/>
            <a:ext cx="9585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2D3748"/>
                </a:solidFill>
                <a:latin typeface="Noto Sans JP"/>
              </a:rPr>
              <a:t>土日・夜間OK</a:t>
            </a:r>
            <a:endParaRPr lang="en-US" sz="1200" b="1" i="0" u="none" dirty="0" err="1">
              <a:solidFill>
                <a:srgbClr val="2D3748"/>
              </a:solidFill>
              <a:latin typeface="Noto Sans JP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8200" y="3274962"/>
            <a:ext cx="384181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A5568"/>
                </a:solidFill>
                <a:latin typeface="Noto Sans JP"/>
              </a:rPr>
              <a:t>・初診・スクリーニング血液検査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3514873"/>
            <a:ext cx="384181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A5568"/>
                </a:solidFill>
                <a:latin typeface="Noto Sans JP"/>
              </a:rPr>
              <a:t>・卵胞チェック（超音波）</a:t>
            </a:r>
            <a:r>
              <a:rPr sz="1050" b="0" i="0" u="none">
                <a:solidFill>
                  <a:srgbClr val="4A5568"/>
                </a:solidFill>
                <a:latin typeface="Noto Sans JP"/>
              </a:rPr>
              <a:t>：2〜3回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3754784"/>
            <a:ext cx="384181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A5568"/>
                </a:solidFill>
                <a:latin typeface="Noto Sans JP"/>
              </a:rPr>
              <a:t>・子宮内膜確認（超音波）</a:t>
            </a:r>
            <a:r>
              <a:rPr sz="1050" b="0" i="0" u="none">
                <a:solidFill>
                  <a:srgbClr val="4A5568"/>
                </a:solidFill>
                <a:latin typeface="Noto Sans JP"/>
              </a:rPr>
              <a:t>：1〜2回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3994695"/>
            <a:ext cx="3841812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A5568"/>
                </a:solidFill>
                <a:latin typeface="Noto Sans JP"/>
              </a:rPr>
              <a:t>・妊娠判定日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5549" y="2960637"/>
            <a:ext cx="612874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sz="900" b="1">
                <a:solidFill>
                  <a:srgbClr val="FFFFFF"/>
                </a:solidFill>
                <a:latin typeface="Noto Sans JP"/>
                <a:ea typeface="ＭＳ Ｐゴシック"/>
              </a:rPr>
              <a:t>区分</a:t>
            </a:r>
            <a:r>
              <a:rPr sz="900" b="1" i="0" u="none">
                <a:solidFill>
                  <a:srgbClr val="FFFFFF"/>
                </a:solidFill>
                <a:latin typeface="Noto Sans JP"/>
              </a:rPr>
              <a:t>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5573" y="2941587"/>
            <a:ext cx="121828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ja-JP" sz="1200" b="1">
                <a:solidFill>
                  <a:srgbClr val="2D3748"/>
                </a:solidFill>
                <a:latin typeface="Noto Sans JP"/>
              </a:rPr>
              <a:t>事前休暇調整推奨</a:t>
            </a:r>
            <a:endParaRPr lang="en-US" sz="1200" b="1" i="0" u="none">
              <a:solidFill>
                <a:srgbClr val="2D3748"/>
              </a:solidFill>
              <a:latin typeface="Noto Sans JP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59349" y="3276172"/>
            <a:ext cx="3168699" cy="7029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 dirty="0">
                <a:solidFill>
                  <a:srgbClr val="4A5568"/>
                </a:solidFill>
                <a:latin typeface="Noto Sans JP"/>
              </a:rPr>
              <a:t>・</a:t>
            </a:r>
            <a:r>
              <a:rPr sz="1050" b="1" i="0" u="none" dirty="0" err="1">
                <a:solidFill>
                  <a:srgbClr val="4A5568"/>
                </a:solidFill>
                <a:latin typeface="Noto Sans JP"/>
              </a:rPr>
              <a:t>胚移植当日</a:t>
            </a:r>
            <a:r>
              <a:rPr dirty="0"/>
              <a:t>
</a:t>
            </a:r>
            <a:r>
              <a:rPr sz="1050" b="0" i="0" u="none" dirty="0">
                <a:solidFill>
                  <a:srgbClr val="4A5568"/>
                </a:solidFill>
                <a:latin typeface="Noto Sans JP"/>
              </a:rPr>
              <a:t> 処置は15</a:t>
            </a:r>
            <a:r>
              <a:rPr lang="ja-JP" sz="1050" dirty="0">
                <a:solidFill>
                  <a:srgbClr val="4A5568"/>
                </a:solidFill>
                <a:latin typeface="Noto Sans JP"/>
                <a:ea typeface="ＭＳ Ｐゴシック"/>
              </a:rPr>
              <a:t>分程度だが前後安静と診察待ち時間で数時間</a:t>
            </a:r>
            <a:r>
              <a:rPr lang="ja-JP" altLang="en-US" sz="1050" dirty="0">
                <a:solidFill>
                  <a:srgbClr val="4A5568"/>
                </a:solidFill>
                <a:latin typeface="Noto Sans JP"/>
                <a:ea typeface="ＭＳ Ｐゴシック"/>
              </a:rPr>
              <a:t>かかる可能性あり</a:t>
            </a:r>
            <a:endParaRPr lang="ja-JP" altLang="en-US" sz="1050" b="0" i="0" u="none" dirty="0">
              <a:solidFill>
                <a:srgbClr val="4A5568"/>
              </a:solidFill>
              <a:latin typeface="Noto Sans JP"/>
              <a:ea typeface="ＭＳ Ｐゴシック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56699" y="2960637"/>
            <a:ext cx="612874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err="1">
                <a:solidFill>
                  <a:srgbClr val="FFFFFF"/>
                </a:solidFill>
                <a:latin typeface="Noto Sans JP"/>
              </a:rPr>
              <a:t>区分</a:t>
            </a:r>
            <a:r>
              <a:rPr sz="900" b="1" i="0" u="none">
                <a:solidFill>
                  <a:srgbClr val="FFFFFF"/>
                </a:solidFill>
                <a:latin typeface="Noto Sans JP"/>
              </a:rPr>
              <a:t> 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6723" y="2941587"/>
            <a:ext cx="18002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D3748"/>
                </a:solidFill>
                <a:latin typeface="Noto Sans JP"/>
              </a:rPr>
              <a:t>突発的な調整が発生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0499" y="4112483"/>
            <a:ext cx="3168699" cy="7055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 dirty="0">
                <a:solidFill>
                  <a:srgbClr val="4A5568"/>
                </a:solidFill>
                <a:latin typeface="Noto Sans JP"/>
              </a:rPr>
              <a:t>・</a:t>
            </a:r>
            <a:r>
              <a:rPr lang="ja-JP" sz="1050" b="1" dirty="0">
                <a:solidFill>
                  <a:srgbClr val="4A5568"/>
                </a:solidFill>
                <a:latin typeface="Noto Sans JP"/>
                <a:ea typeface="ＭＳ Ｐゴシック"/>
              </a:rPr>
              <a:t>採卵日</a:t>
            </a:r>
            <a:r>
              <a:rPr sz="1050" b="1" i="0" u="none" dirty="0">
                <a:solidFill>
                  <a:srgbClr val="4A5568"/>
                </a:solidFill>
                <a:latin typeface="Noto Sans JP"/>
              </a:rPr>
              <a:t>（2</a:t>
            </a:r>
            <a:r>
              <a:rPr lang="en-US" sz="1050" b="1" dirty="0">
                <a:solidFill>
                  <a:srgbClr val="4A5568"/>
                </a:solidFill>
                <a:latin typeface="Noto Sans JP"/>
              </a:rPr>
              <a:t>～3</a:t>
            </a:r>
            <a:r>
              <a:rPr sz="1050" b="1" i="0" u="none" dirty="0">
                <a:solidFill>
                  <a:srgbClr val="4A5568"/>
                </a:solidFill>
                <a:latin typeface="Noto Sans JP"/>
              </a:rPr>
              <a:t>日前に決定</a:t>
            </a:r>
            <a:r>
              <a:rPr lang="en-US" sz="1050" b="1" dirty="0">
                <a:solidFill>
                  <a:srgbClr val="4A5568"/>
                </a:solidFill>
                <a:latin typeface="Noto Sans JP"/>
              </a:rPr>
              <a:t>）</a:t>
            </a:r>
            <a:r>
              <a:rPr lang="en-US" sz="1050" b="1" u="sng" dirty="0">
                <a:solidFill>
                  <a:srgbClr val="4A5568"/>
                </a:solidFill>
                <a:latin typeface="Noto Sans JP"/>
              </a:rPr>
              <a:t>※</a:t>
            </a:r>
            <a:r>
              <a:rPr lang="ja-JP" altLang="en-US" sz="1050" b="1" u="sng" dirty="0">
                <a:solidFill>
                  <a:srgbClr val="4A5568"/>
                </a:solidFill>
                <a:latin typeface="Noto Sans JP"/>
                <a:ea typeface="ＭＳ Ｐゴシック"/>
              </a:rPr>
              <a:t>終日休暇必須</a:t>
            </a:r>
            <a:r>
              <a:rPr dirty="0"/>
              <a:t>
</a:t>
            </a:r>
            <a:r>
              <a:rPr sz="1050" b="0" i="0" u="none" dirty="0">
                <a:solidFill>
                  <a:srgbClr val="4A5568"/>
                </a:solidFill>
                <a:latin typeface="Noto Sans JP"/>
              </a:rPr>
              <a:t> </a:t>
            </a:r>
            <a:r>
              <a:rPr sz="1050" b="0" i="0" u="none" dirty="0" err="1">
                <a:solidFill>
                  <a:srgbClr val="4A5568"/>
                </a:solidFill>
                <a:latin typeface="Noto Sans JP"/>
              </a:rPr>
              <a:t>卵子の育ち具合により「明後日採卵」と直前に決定</a:t>
            </a:r>
            <a:endParaRPr lang="en-US" sz="1050" b="0" i="0" u="none">
              <a:solidFill>
                <a:srgbClr val="4A5568"/>
              </a:solidFill>
              <a:latin typeface="Noto Sans JP"/>
            </a:endParaRPr>
          </a:p>
          <a:p>
            <a:pPr>
              <a:lnSpc>
                <a:spcPts val="1889"/>
              </a:lnSpc>
            </a:pPr>
            <a:r>
              <a:rPr lang="ja-JP" altLang="en-US" sz="1100">
                <a:solidFill>
                  <a:srgbClr val="4A5568"/>
                </a:solidFill>
                <a:latin typeface="Noto Sans JP"/>
              </a:rPr>
              <a:t>静脈麻酔使用および術後の安静が必要</a:t>
            </a:r>
            <a:endParaRPr lang="en-US"/>
          </a:p>
        </p:txBody>
      </p:sp>
      <p:sp>
        <p:nvSpPr>
          <p:cNvPr id="30" name="採卵日決定のための通院（休暇不要）"/>
          <p:cNvSpPr txBox="1"/>
          <p:nvPr/>
        </p:nvSpPr>
        <p:spPr>
          <a:xfrm>
            <a:off x="8280499" y="3274962"/>
            <a:ext cx="3168699" cy="7029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89"/>
              </a:lnSpc>
            </a:pPr>
            <a:r>
              <a:rPr sz="1050" b="1" i="0" u="none" dirty="0">
                <a:solidFill>
                  <a:srgbClr val="4A5568"/>
                </a:solidFill>
                <a:latin typeface="Noto Sans JP"/>
              </a:rPr>
              <a:t>・</a:t>
            </a:r>
            <a:r>
              <a:rPr sz="1050" b="1" i="0" u="none" dirty="0" err="1">
                <a:solidFill>
                  <a:srgbClr val="4A5568"/>
                </a:solidFill>
                <a:latin typeface="Noto Sans JP"/>
              </a:rPr>
              <a:t>採卵日決定のための通院</a:t>
            </a:r>
            <a:br>
              <a:rPr dirty="0"/>
            </a:br>
            <a:r>
              <a:rPr sz="1050" i="0" u="none" dirty="0">
                <a:solidFill>
                  <a:srgbClr val="4A5568"/>
                </a:solidFill>
                <a:latin typeface="Noto Sans JP"/>
              </a:rPr>
              <a:t> </a:t>
            </a:r>
            <a:r>
              <a:rPr lang="ja-JP" sz="1050" dirty="0">
                <a:solidFill>
                  <a:srgbClr val="4A5568"/>
                </a:solidFill>
                <a:latin typeface="Noto Sans JP"/>
                <a:ea typeface="ＭＳ Ｐゴシック"/>
              </a:rPr>
              <a:t>仕事を休む必要ない</a:t>
            </a:r>
            <a:r>
              <a:rPr lang="ja-JP" altLang="en-US" sz="1050" dirty="0">
                <a:solidFill>
                  <a:srgbClr val="4A5568"/>
                </a:solidFill>
                <a:latin typeface="Noto Sans JP"/>
                <a:ea typeface="ＭＳ Ｐゴシック"/>
              </a:rPr>
              <a:t>が、場合によっては</a:t>
            </a:r>
            <a:endParaRPr lang="en-US" altLang="ja-JP" sz="1050" dirty="0" err="1">
              <a:solidFill>
                <a:srgbClr val="4A5568"/>
              </a:solidFill>
              <a:latin typeface="Noto Sans JP"/>
              <a:ea typeface="ＭＳ Ｐゴシック"/>
            </a:endParaRPr>
          </a:p>
          <a:p>
            <a:pPr algn="l">
              <a:lnSpc>
                <a:spcPts val="1889"/>
              </a:lnSpc>
            </a:pPr>
            <a:r>
              <a:rPr lang="ja-JP" altLang="en-US" sz="1050">
                <a:solidFill>
                  <a:srgbClr val="4A5568"/>
                </a:solidFill>
                <a:latin typeface="Noto Sans JP"/>
                <a:ea typeface="ＭＳ Ｐゴシック"/>
              </a:rPr>
              <a:t>「明日もう一度来院してください」と言われる</a:t>
            </a:r>
            <a:endParaRPr lang="en-US" sz="1050" i="0" u="none">
              <a:solidFill>
                <a:srgbClr val="4A5568"/>
              </a:solidFill>
              <a:latin typeface="Noto Sans J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85800"/>
            <a:ext cx="47625" cy="3199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407890"/>
          <a:ext cx="10972799" cy="2543175"/>
        </p:xfrm>
        <a:graphic>
          <a:graphicData uri="http://schemas.openxmlformats.org/drawingml/2006/table">
            <a:tbl>
              <a:tblPr/>
              <a:tblGrid>
                <a:gridCol w="1839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2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86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Noto Sans JP"/>
                        </a:rPr>
                        <a:t>区分・工程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FFFFFF"/>
                          </a:solidFill>
                          <a:latin typeface="Noto Sans JP"/>
                        </a:rPr>
                        <a:t>項目詳細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FFFFFF"/>
                          </a:solidFill>
                          <a:latin typeface="Noto Sans JP"/>
                        </a:rPr>
                        <a:t>保険適用 概算費（3割負担）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D3748"/>
                          </a:solidFill>
                          <a:latin typeface="Noto Sans JP"/>
                        </a:rPr>
                        <a:t>事前検査・初診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2D3748"/>
                          </a:solidFill>
                          <a:latin typeface="Noto Sans JP"/>
                        </a:rPr>
                        <a:t>初診料・スクリーニング検査・術前血液検査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2D3748"/>
                          </a:solidFill>
                          <a:latin typeface="Noto Sans JP"/>
                        </a:rPr>
                        <a:t>約 10,000 円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D3748"/>
                          </a:solidFill>
                          <a:latin typeface="Noto Sans JP"/>
                        </a:rPr>
                        <a:t>採卵周期（1回）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2D3748"/>
                          </a:solidFill>
                          <a:latin typeface="Noto Sans JP"/>
                        </a:rPr>
                        <a:t>排卵誘発・採卵術（2〜5個想定）・体外受精（IVF）・培養・胚盤胞管理・凍結保管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2D3748"/>
                          </a:solidFill>
                          <a:latin typeface="Noto Sans JP"/>
                        </a:rPr>
                        <a:t>約 100,000 〜 130,000 円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D3748"/>
                          </a:solidFill>
                          <a:latin typeface="Noto Sans JP"/>
                        </a:rPr>
                        <a:t>胚移植 ①（1回目）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2D3748"/>
                          </a:solidFill>
                          <a:latin typeface="Noto Sans JP"/>
                        </a:rPr>
                        <a:t>凍結胚移植費・アシステッドハッチング・薬代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2D3748"/>
                          </a:solidFill>
                          <a:latin typeface="Noto Sans JP"/>
                        </a:rPr>
                        <a:t>約 40,000 〜 50,000 円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86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2D3748"/>
                          </a:solidFill>
                          <a:latin typeface="Noto Sans JP"/>
                        </a:rPr>
                        <a:t>胚移植 ②（2回目）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2D3748"/>
                          </a:solidFill>
                          <a:latin typeface="Noto Sans JP"/>
                        </a:rPr>
                        <a:t>凍結胚移植費・薬代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2D3748"/>
                          </a:solidFill>
                          <a:latin typeface="Noto Sans JP"/>
                        </a:rPr>
                        <a:t>約 40,000 〜 50,000 円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86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B6CB0"/>
                          </a:solidFill>
                          <a:latin typeface="Noto Sans JP"/>
                        </a:rPr>
                        <a:t>窓口支払 合計概算（総額）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 u="none">
                          <a:solidFill>
                            <a:srgbClr val="2B6CB0"/>
                          </a:solidFill>
                          <a:latin typeface="Noto Sans JP"/>
                        </a:rPr>
                        <a:t>約 190,000 〜 240,000 円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B6CB0"/>
                </a:solidFill>
                <a:latin typeface="Noto Sans JP"/>
              </a:rPr>
              <a:t>COST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85800"/>
            <a:ext cx="114300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A365D"/>
                </a:solidFill>
                <a:latin typeface="Noto Sans JP"/>
              </a:rPr>
              <a:t>費用試算（にしたんARTクリニック料金参考）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065365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718096"/>
                </a:solidFill>
                <a:latin typeface="Noto Sans JP"/>
              </a:rPr>
              <a:t>※にしたんARTクリニック公式料金表に基づく保険適用（3割負担）モデル試算。使用薬剤や獲得卵子数により変動します。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85800"/>
            <a:ext cx="47625" cy="3199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047875" y="2188815"/>
            <a:ext cx="8096250" cy="289560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24125" y="3903315"/>
            <a:ext cx="7143750" cy="19050"/>
          </a:xfrm>
          <a:prstGeom prst="rect">
            <a:avLst/>
          </a:prstGeom>
          <a:solidFill>
            <a:srgbClr val="CBD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B6CB0"/>
                </a:solidFill>
                <a:latin typeface="Noto Sans JP"/>
              </a:rPr>
              <a:t>FINAL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85800"/>
            <a:ext cx="114300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A365D"/>
                </a:solidFill>
                <a:latin typeface="Noto Sans JP"/>
              </a:rPr>
              <a:t>自己負担額の最終シミュレーション（実質負担）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8640" y="5274915"/>
            <a:ext cx="72747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718096"/>
                </a:solidFill>
                <a:latin typeface="Noto Sans JP"/>
              </a:rPr>
              <a:t>※所得区分や採卵・移植が同一月内か複数月にまたがるかによって、高額療養費の適用額が変わります。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4125" y="2541240"/>
            <a:ext cx="409612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D3748"/>
                </a:solidFill>
                <a:latin typeface="Noto Sans JP"/>
              </a:rPr>
              <a:t>医療機関窓口支払額（採卵1回＋移植2回）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4856" y="2512665"/>
            <a:ext cx="161627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D3748"/>
                </a:solidFill>
                <a:latin typeface="Noto Sans JP"/>
              </a:rPr>
              <a:t>約 220,000 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4125" y="2979390"/>
            <a:ext cx="621506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53E3E"/>
                </a:solidFill>
                <a:latin typeface="Noto Sans JP"/>
              </a:rPr>
              <a:t>（減額）高額療養費制度（※区分ウの場合の月額限度額超過分）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3396" y="2950815"/>
            <a:ext cx="1630598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E53E3E"/>
                </a:solidFill>
                <a:latin typeface="Noto Sans JP"/>
              </a:rPr>
              <a:t>- 約 50,000 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4125" y="3417540"/>
            <a:ext cx="510796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76749"/>
                </a:solidFill>
                <a:latin typeface="Noto Sans JP"/>
              </a:rPr>
              <a:t>（助成）東京都 特定不妊治療助成金（1周期分申請）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314" y="3388965"/>
            <a:ext cx="203820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76749"/>
                </a:solidFill>
                <a:latin typeface="Noto Sans JP"/>
              </a:rPr>
              <a:t>- 最大 150,000 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1397" y="4150965"/>
            <a:ext cx="5845596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2B6CB0"/>
                </a:solidFill>
                <a:latin typeface="Noto Sans JP"/>
              </a:rPr>
              <a:t>約 20,000 〜 50,000 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4125" y="4289077"/>
            <a:ext cx="1500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B6CB0"/>
                </a:solidFill>
                <a:latin typeface="Noto Sans JP"/>
              </a:rPr>
              <a:t>実質的な自己負担額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4125" y="4460527"/>
            <a:ext cx="15001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718096"/>
                </a:solidFill>
                <a:latin typeface="Noto Sans JP"/>
              </a:rPr>
              <a:t>制度フル活用時の概算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85800"/>
            <a:ext cx="47625" cy="3199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25328"/>
            <a:ext cx="5334000" cy="2384524"/>
          </a:xfrm>
          <a:prstGeom prst="roundRect">
            <a:avLst>
              <a:gd name="adj" fmla="val 4793"/>
            </a:avLst>
          </a:prstGeom>
          <a:solidFill>
            <a:srgbClr val="EBF8FF"/>
          </a:solidFill>
          <a:ln w="9525">
            <a:solidFill>
              <a:srgbClr val="BEE3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625328"/>
            <a:ext cx="5334000" cy="2384524"/>
          </a:xfrm>
          <a:prstGeom prst="roundRect">
            <a:avLst>
              <a:gd name="adj" fmla="val 4793"/>
            </a:avLst>
          </a:prstGeom>
          <a:solidFill>
            <a:srgbClr val="F0FFF4"/>
          </a:solidFill>
          <a:ln w="9525">
            <a:solidFill>
              <a:srgbClr val="C6F6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094" y="2949178"/>
            <a:ext cx="193127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988520"/>
            <a:ext cx="207466" cy="1880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B6CB0"/>
                </a:solidFill>
                <a:latin typeface="Noto Sans JP"/>
              </a:rPr>
              <a:t>FINANCIAL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85800"/>
            <a:ext cx="114300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A365D"/>
                </a:solidFill>
                <a:latin typeface="Noto Sans JP"/>
              </a:rPr>
              <a:t>保険適用と東京都助成金の適用要件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377803"/>
            <a:ext cx="5881687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3748"/>
                </a:solidFill>
                <a:latin typeface="Noto Sans JP"/>
              </a:rPr>
              <a:t>いきなり体外受精でも適用可能！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377803"/>
            <a:ext cx="5629275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2D3748"/>
                </a:solidFill>
                <a:latin typeface="Noto Sans JP"/>
              </a:rPr>
              <a:t>保険診療の自己負担分を上乗せ支援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5691" y="2939653"/>
            <a:ext cx="317852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B6CB0"/>
                </a:solidFill>
                <a:latin typeface="Noto Sans JP"/>
              </a:rPr>
              <a:t>公的保険適用（3割負担）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736836"/>
            <a:ext cx="476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A5568"/>
                </a:solidFill>
                <a:latin typeface="Noto Sans JP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3735883"/>
            <a:ext cx="4610100" cy="479821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4A5568"/>
                </a:solidFill>
                <a:latin typeface="Noto Sans JP"/>
              </a:rPr>
              <a:t>一般不妊治療（人工授精等）を経ずに最初から体外受精を選択しても保険対象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216657"/>
            <a:ext cx="476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A5568"/>
                </a:solidFill>
                <a:latin typeface="Noto Sans JP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4425" y="4215705"/>
            <a:ext cx="5643562" cy="23991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4A5568"/>
                </a:solidFill>
                <a:latin typeface="Noto Sans JP"/>
              </a:rPr>
              <a:t>年齢制限：治療開始時に43歳未満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4456568"/>
            <a:ext cx="476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A5568"/>
                </a:solidFill>
                <a:latin typeface="Noto Sans JP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4425" y="4455616"/>
            <a:ext cx="5643562" cy="23991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4A5568"/>
                </a:solidFill>
                <a:latin typeface="Noto Sans JP"/>
              </a:rPr>
              <a:t>回数制限：40歳未満は1子につき通算6回まで（40〜42歳は3回）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4491" y="2939653"/>
            <a:ext cx="3376984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76749"/>
                </a:solidFill>
                <a:latin typeface="Noto Sans JP"/>
              </a:rPr>
              <a:t>東京都 特定不妊治療助成金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5600" y="3736836"/>
            <a:ext cx="476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A5568"/>
                </a:solidFill>
                <a:latin typeface="Noto Sans JP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3735883"/>
            <a:ext cx="5438775" cy="23991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4A5568"/>
                </a:solidFill>
                <a:latin typeface="Noto Sans JP"/>
              </a:rPr>
              <a:t>対象：保険診療で体外受精・先進医療を実施した東京都民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600" y="3976747"/>
            <a:ext cx="476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A5568"/>
                </a:solidFill>
                <a:latin typeface="Noto Sans JP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3225" y="3975794"/>
            <a:ext cx="5438775" cy="23991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4A5568"/>
                </a:solidFill>
                <a:latin typeface="Noto Sans JP"/>
              </a:rPr>
              <a:t>助成額：1回の治療（採卵〜移植）につき上限</a:t>
            </a:r>
            <a:r>
              <a:rPr sz="1050" b="1" i="0" u="none">
                <a:solidFill>
                  <a:srgbClr val="4A5568"/>
                </a:solidFill>
                <a:latin typeface="Noto Sans JP"/>
              </a:rPr>
              <a:t>15万円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600" y="4216657"/>
            <a:ext cx="476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A5568"/>
                </a:solidFill>
                <a:latin typeface="Noto Sans JP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3225" y="4215705"/>
            <a:ext cx="5438775" cy="239910"/>
          </a:xfrm>
          <a:prstGeom prst="rect">
            <a:avLst/>
          </a:prstGeom>
          <a:noFill/>
        </p:spPr>
        <p:txBody>
          <a:bodyPr wrap="none" lIns="47625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4A5568"/>
                </a:solidFill>
                <a:latin typeface="Noto Sans JP"/>
              </a:rPr>
              <a:t>高額療養費制度適用後の「実際の自己負担額」を補填可能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5600" y="4456567"/>
            <a:ext cx="476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A5568"/>
                </a:solidFill>
                <a:latin typeface="Noto Sans JP"/>
              </a:rPr>
              <a:t>•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7E0E65-362B-20C7-5DCB-2A0BF2EE2F5D}"/>
              </a:ext>
            </a:extLst>
          </p:cNvPr>
          <p:cNvSpPr txBox="1"/>
          <p:nvPr/>
        </p:nvSpPr>
        <p:spPr>
          <a:xfrm>
            <a:off x="6753225" y="4455615"/>
            <a:ext cx="4610100" cy="220125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ja-JP" altLang="en-US" sz="1050">
                <a:solidFill>
                  <a:srgbClr val="4A5568"/>
                </a:solidFill>
                <a:latin typeface="Noto Sans JP"/>
                <a:ea typeface="Yu Gothic"/>
              </a:rPr>
              <a:t>居住・婚姻要件、申請期限などを満たす必要がある</a:t>
            </a:r>
            <a:r>
              <a:rPr lang="en-US" sz="1050">
                <a:solidFill>
                  <a:srgbClr val="4A5568"/>
                </a:solidFill>
                <a:latin typeface="Noto Sans JP"/>
                <a:ea typeface="Yu Gothic"/>
              </a:rPr>
              <a:t>。</a:t>
            </a:r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6705600" y="4696477"/>
            <a:ext cx="476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A5568"/>
                </a:solidFill>
                <a:latin typeface="Noto Sans JP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3225" y="4695525"/>
            <a:ext cx="4610100" cy="239910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ja-JP" altLang="en-US" sz="1050">
                <a:solidFill>
                  <a:srgbClr val="4A5568"/>
                </a:solidFill>
                <a:latin typeface="Noto Sans JP"/>
                <a:ea typeface="Yu Gothic"/>
              </a:rPr>
              <a:t>全額自費の治療は対象外</a:t>
            </a:r>
            <a:r>
              <a:rPr lang="en-US" sz="1050">
                <a:solidFill>
                  <a:srgbClr val="4A5568"/>
                </a:solidFill>
                <a:latin typeface="Noto Sans JP"/>
                <a:ea typeface="Yu Gothic"/>
              </a:rPr>
              <a:t>。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Title"/>
          <p:cNvSpPr txBox="1"/>
          <p:nvPr/>
        </p:nvSpPr>
        <p:spPr>
          <a:xfrm>
            <a:off x="762000" y="685800"/>
            <a:ext cx="1143000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ja-JP" altLang="en-US" sz="2100" b="1" i="0" u="none">
                <a:solidFill>
                  <a:srgbClr val="1A365D"/>
                </a:solidFill>
                <a:latin typeface="Noto Sans JP"/>
              </a:rPr>
              <a:t>仕事・費用の計画で確認すること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88136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46F7B"/>
                </a:solidFill>
                <a:latin typeface="Yu Gothic"/>
              </a:defRPr>
            </a:pPr>
            <a:r>
              <a:t>初診で質問しておくと、治療開始後の不確実性を減らしやすい項目</a:t>
            </a:r>
          </a:p>
        </p:txBody>
      </p:sp>
      <p:sp>
        <p:nvSpPr>
          <p:cNvPr id="4" name="Header Accent"/>
          <p:cNvSpPr/>
          <p:nvPr/>
        </p:nvSpPr>
        <p:spPr>
          <a:xfrm>
            <a:off x="609600" y="685800"/>
            <a:ext cx="47625" cy="3199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646F7B"/>
                </a:solidFill>
                <a:latin typeface="Yu Gothic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572768"/>
            <a:ext cx="1920240" cy="530352"/>
          </a:xfrm>
          <a:prstGeom prst="roundRect">
            <a:avLst>
              <a:gd name="adj" fmla="val 12000"/>
            </a:avLst>
          </a:prstGeom>
          <a:solidFill>
            <a:srgbClr val="23354F"/>
          </a:solidFill>
          <a:ln>
            <a:solidFill>
              <a:srgbClr val="23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682495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通院時間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572768"/>
            <a:ext cx="8458200" cy="53035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0" y="1682495"/>
            <a:ext cx="8001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323A44"/>
                </a:solidFill>
                <a:latin typeface="Yu Gothic"/>
              </a:defRPr>
            </a:pPr>
            <a:r>
              <a:t>土日診療・平日夜間・早朝採血が可能か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322576"/>
            <a:ext cx="1920240" cy="530352"/>
          </a:xfrm>
          <a:prstGeom prst="roundRect">
            <a:avLst>
              <a:gd name="adj" fmla="val 12000"/>
            </a:avLst>
          </a:prstGeom>
          <a:solidFill>
            <a:srgbClr val="23354F"/>
          </a:solidFill>
          <a:ln>
            <a:solidFill>
              <a:srgbClr val="23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432304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採卵日の予測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322576"/>
            <a:ext cx="8458200" cy="53035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2432304"/>
            <a:ext cx="8001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323A44"/>
                </a:solidFill>
                <a:latin typeface="Yu Gothic"/>
              </a:defRPr>
            </a:pPr>
            <a:r>
              <a:t>採卵日が決まるタイミング／直前変更時の連絡方法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72384"/>
            <a:ext cx="1920240" cy="530352"/>
          </a:xfrm>
          <a:prstGeom prst="roundRect">
            <a:avLst>
              <a:gd name="adj" fmla="val 12000"/>
            </a:avLst>
          </a:prstGeom>
          <a:solidFill>
            <a:srgbClr val="23354F"/>
          </a:solidFill>
          <a:ln>
            <a:solidFill>
              <a:srgbClr val="23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3182112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治療費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3072384"/>
            <a:ext cx="8458200" cy="53035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08960" y="3182112"/>
            <a:ext cx="8001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323A44"/>
                </a:solidFill>
                <a:latin typeface="Yu Gothic"/>
              </a:defRPr>
            </a:pPr>
            <a:r>
              <a:t>採卵〜胚凍結〜移植2回の保険診療見積もり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822191"/>
            <a:ext cx="1920240" cy="530352"/>
          </a:xfrm>
          <a:prstGeom prst="roundRect">
            <a:avLst>
              <a:gd name="adj" fmla="val 12000"/>
            </a:avLst>
          </a:prstGeom>
          <a:solidFill>
            <a:srgbClr val="23354F"/>
          </a:solidFill>
          <a:ln>
            <a:solidFill>
              <a:srgbClr val="23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931920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助成・給付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822191"/>
            <a:ext cx="8458200" cy="53035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08960" y="3931920"/>
            <a:ext cx="8001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323A44"/>
                </a:solidFill>
                <a:latin typeface="Yu Gothic"/>
              </a:defRPr>
            </a:pPr>
            <a:r>
              <a:t>東京都の助成申請単位、必要書類、健保付加給付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572000"/>
            <a:ext cx="1920240" cy="530352"/>
          </a:xfrm>
          <a:prstGeom prst="roundRect">
            <a:avLst>
              <a:gd name="adj" fmla="val 12000"/>
            </a:avLst>
          </a:prstGeom>
          <a:solidFill>
            <a:srgbClr val="23354F"/>
          </a:solidFill>
          <a:ln>
            <a:solidFill>
              <a:srgbClr val="233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4681728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薬の調整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80360" y="4572000"/>
            <a:ext cx="8458200" cy="530352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08960" y="4681728"/>
            <a:ext cx="8001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323A44"/>
                </a:solidFill>
                <a:latin typeface="Yu Gothic"/>
              </a:defRPr>
            </a:pPr>
            <a:r>
              <a:t>ジエノゲスト中止の時期と症状再燃への対応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5486400"/>
            <a:ext cx="10588752" cy="566928"/>
          </a:xfrm>
          <a:prstGeom prst="roundRect">
            <a:avLst>
              <a:gd name="adj" fmla="val 12000"/>
            </a:avLst>
          </a:prstGeom>
          <a:solidFill>
            <a:srgbClr val="F9EBEB"/>
          </a:solidFill>
          <a:ln>
            <a:solidFill>
              <a:srgbClr val="F9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605272"/>
            <a:ext cx="10149840" cy="246221"/>
          </a:xfrm>
          <a:prstGeom prst="rect">
            <a:avLst/>
          </a:prstGeom>
          <a:noFill/>
        </p:spPr>
        <p:txBody>
          <a:bodyPr wrap="square" lIns="45720" tIns="45720" rIns="45720" bIns="45720" anchor="t">
            <a:spAutoFit/>
          </a:bodyPr>
          <a:lstStyle/>
          <a:p>
            <a:pPr>
              <a:defRPr sz="1000" b="1">
                <a:solidFill>
                  <a:srgbClr val="B55B5B"/>
                </a:solidFill>
                <a:latin typeface="Yu Gothic"/>
              </a:defRPr>
            </a:pPr>
            <a:r>
              <a:t>注意：妊娠成立・胚の残数・再採卵の必要性により、期間・費用は大きく変わる。成功や</a:t>
            </a:r>
            <a:r>
              <a:rPr lang="en-US"/>
              <a:t>4〜7</a:t>
            </a:r>
            <a:r>
              <a:rPr lang="ja-JP">
                <a:ea typeface="ＭＳ Ｐゴシック"/>
              </a:rPr>
              <a:t>か月での</a:t>
            </a:r>
            <a:r>
              <a:rPr lang="ja-JP" altLang="en-US">
                <a:ea typeface="ＭＳ Ｐゴシック"/>
              </a:rPr>
              <a:t>妊娠</a:t>
            </a:r>
            <a:r>
              <a:rPr lang="ja-JP">
                <a:ea typeface="ＭＳ Ｐゴシック"/>
              </a:rPr>
              <a:t>を保証するものではない</a:t>
            </a:r>
            <a:r>
              <a:rPr dirty="0"/>
              <a:t>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473952"/>
            <a:ext cx="103327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6F7B"/>
                </a:solidFill>
                <a:latin typeface="Yu Gothic"/>
              </a:defRPr>
            </a:pPr>
            <a:r>
              <a:t>参考：厚生労働省の生殖補助医療の保険適用情報、東京都の不妊治療費助成案内、各医療機関の公開料金（概算）</a:t>
            </a:r>
          </a:p>
        </p:txBody>
      </p:sp>
      <p:sp>
        <p:nvSpPr>
          <p:cNvPr id="29" name="Header Section Label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B6CB0"/>
                </a:solidFill>
                <a:latin typeface="Noto Sans JP"/>
              </a:rPr>
              <a:t>PLANNING CHECKLIST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10896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23354F"/>
                </a:solidFill>
                <a:latin typeface="Yu Gothic"/>
              </a:defRPr>
            </a:pPr>
            <a:r>
              <a:t>参考情報・前提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646F7B"/>
                </a:solidFill>
                <a:latin typeface="Yu Gothic"/>
              </a:defRPr>
            </a:pPr>
            <a:r>
              <a:t>資料内の金額は診療報酬や医療機関の料金に基づく概算で、個別見積もりではありません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97864"/>
            <a:ext cx="658368" cy="50292"/>
          </a:xfrm>
          <a:prstGeom prst="rect">
            <a:avLst/>
          </a:prstGeom>
          <a:solidFill>
            <a:srgbClr val="509791"/>
          </a:solidFill>
          <a:ln>
            <a:solidFill>
              <a:srgbClr val="50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646F7B"/>
                </a:solidFill>
                <a:latin typeface="Yu Gothic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23354F"/>
                </a:solidFill>
                <a:latin typeface="Yu Gothic"/>
              </a:defRPr>
            </a:pPr>
            <a:r>
              <a:t>東京都福祉局：不妊治療費助成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4F7DA8"/>
                </a:solidFill>
                <a:latin typeface="Yu Gothic"/>
              </a:defRPr>
            </a:pPr>
            <a:r>
              <a:t>https://www.fukushi.metro.tokyo.lg.jp/kodomo/kosodate/josei/funin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24328"/>
            <a:ext cx="105156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23354F"/>
                </a:solidFill>
                <a:latin typeface="Yu Gothic"/>
              </a:defRPr>
            </a:pPr>
            <a:r>
              <a:t>厚生労働省：不妊治療の保険適用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62656"/>
            <a:ext cx="102412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4F7DA8"/>
                </a:solidFill>
                <a:latin typeface="Yu Gothic"/>
              </a:defRPr>
            </a:pPr>
            <a:r>
              <a:t>https://www.mhlw.go.jp/stf/seisakunitsuite/bunya/0000188411_00003.html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57016"/>
            <a:ext cx="105156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323A44"/>
                </a:solidFill>
                <a:latin typeface="Yu Gothic"/>
              </a:defRPr>
            </a:pPr>
            <a:r>
              <a:t>注意：助成制度の条件・申請期限・上限額は変更される場合があります。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9704"/>
            <a:ext cx="105156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323A44"/>
                </a:solidFill>
                <a:latin typeface="Yu Gothic"/>
              </a:defRPr>
            </a:pPr>
            <a:r>
              <a:t>費用モデルの想定：保険診療、採卵1回、凍結胚移植2回。再採卵・先進医療等は別途。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669280"/>
            <a:ext cx="10424160" cy="502920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5769864"/>
            <a:ext cx="10058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1">
                <a:solidFill>
                  <a:srgbClr val="323A44"/>
                </a:solidFill>
                <a:latin typeface="Yu Gothic"/>
              </a:defRPr>
            </a:pPr>
            <a:r>
              <a:t>最終確認先：治療予定の医療機関、東京都の公式案内、加入する健康保険組合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73952"/>
            <a:ext cx="103327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6F7B"/>
                </a:solidFill>
                <a:latin typeface="Yu Gothic"/>
              </a:defRPr>
            </a:pPr>
            <a:r>
              <a:t>個人の治療計画ではなく、費用・通院計画を考えるための概算資料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9728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600" b="1">
                <a:solidFill>
                  <a:srgbClr val="23354F"/>
                </a:solidFill>
                <a:latin typeface="Yu Gothic"/>
              </a:defRPr>
            </a:pPr>
            <a:r>
              <a:t>参考情報・前提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646F7B"/>
                </a:solidFill>
                <a:latin typeface="Yu Gothic"/>
              </a:defRPr>
            </a:pPr>
            <a:r>
              <a:t>公式料金を基にした参考資料。治療内容・請求額は個別に異なります。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640080" cy="45720"/>
          </a:xfrm>
          <a:prstGeom prst="rect">
            <a:avLst/>
          </a:prstGeom>
          <a:solidFill>
            <a:srgbClr val="509791"/>
          </a:solidFill>
          <a:ln>
            <a:solidFill>
              <a:srgbClr val="509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646F7B"/>
                </a:solidFill>
                <a:latin typeface="Yu Gothic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23354F"/>
                </a:solidFill>
                <a:latin typeface="Yu Gothic"/>
              </a:defRPr>
            </a:pPr>
            <a:r>
              <a:t>にしたんARTクリニック｜生殖補助医療(ART)の治療費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9384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4F7DA8"/>
                </a:solidFill>
                <a:latin typeface="Yu Gothic"/>
              </a:defRPr>
            </a:pPr>
            <a:r>
              <a:t>https://nishitan-art.jp/price/art/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23354F"/>
                </a:solidFill>
                <a:latin typeface="Yu Gothic"/>
              </a:defRPr>
            </a:pPr>
            <a:r>
              <a:t>にしたんARTクリニック｜IVF・ICSIの費用例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9503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4F7DA8"/>
                </a:solidFill>
                <a:latin typeface="Yu Gothic"/>
              </a:defRPr>
            </a:pPr>
            <a:r>
              <a:t>https://nishitan-art.jp/cmc/column/2410041153-2/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23354F"/>
                </a:solidFill>
                <a:latin typeface="Yu Gothic"/>
              </a:defRPr>
            </a:pPr>
            <a:r>
              <a:t>にしたんARTクリニック｜治療の流れ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9624"/>
            <a:ext cx="10332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0">
                <a:solidFill>
                  <a:srgbClr val="4F7DA8"/>
                </a:solidFill>
                <a:latin typeface="Yu Gothic"/>
              </a:defRPr>
            </a:pPr>
            <a:r>
              <a:t>https://nishitan-art.jp/treatment/art/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323A44"/>
                </a:solidFill>
                <a:latin typeface="Yu Gothic"/>
              </a:defRPr>
            </a:pPr>
            <a:r>
              <a:t>想定：保険診療、採卵1回、凍結胚移植2回。再採卵、先進医療、追加検査、保管延長などは別途。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623560"/>
            <a:ext cx="10515600" cy="475488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733288"/>
            <a:ext cx="1014984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000" b="1">
                <a:solidFill>
                  <a:srgbClr val="323A44"/>
                </a:solidFill>
                <a:latin typeface="Yu Gothic"/>
              </a:defRPr>
            </a:pPr>
            <a:r>
              <a:t>最終確認先：治療予定の院、東京都の公式案内、加入する健康保険組合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473952"/>
            <a:ext cx="105156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800" b="0">
                <a:solidFill>
                  <a:srgbClr val="646F7B"/>
                </a:solidFill>
                <a:latin typeface="Yu Gothic"/>
              </a:defRPr>
            </a:pPr>
            <a:r>
              <a:t>概算資料。個別の治療計画・費用見積もりではありません。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ca48ea3-8c75-4d36-b64f-70604b11fd22}" enabled="1" method="Privileged" siteId="{3ac94b33-9135-4821-9502-eafda6592a3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995</Words>
  <Application>Microsoft Office PowerPoint</Application>
  <PresentationFormat>ワイド画面</PresentationFormat>
  <Paragraphs>215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7" baseType="lpstr">
      <vt:lpstr>ＭＳ Ｐゴシック</vt:lpstr>
      <vt:lpstr>Noto Sans JP</vt:lpstr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Kawaguchi, Kaho [JANJP]</cp:lastModifiedBy>
  <cp:revision>162</cp:revision>
  <dcterms:created xsi:type="dcterms:W3CDTF">2013-01-27T09:14:16Z</dcterms:created>
  <dcterms:modified xsi:type="dcterms:W3CDTF">2026-10-16T05:22:28Z</dcterms:modified>
  <cp:category/>
</cp:coreProperties>
</file>